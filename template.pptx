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957" r:id="rId5"/>
    <p:sldMasterId id="2147483834" r:id="rId6"/>
    <p:sldMasterId id="2147484001" r:id="rId7"/>
  </p:sldMasterIdLst>
  <p:notesMasterIdLst>
    <p:notesMasterId r:id="rId12"/>
  </p:notesMasterIdLst>
  <p:handoutMasterIdLst>
    <p:handoutMasterId r:id="rId13"/>
  </p:handoutMasterIdLst>
  <p:sldIdLst>
    <p:sldId id="2147481217" r:id="rId8"/>
    <p:sldId id="371" r:id="rId9"/>
    <p:sldId id="2147481213" r:id="rId10"/>
    <p:sldId id="214748121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597C301-5AB1-E4D1-29BA-AB2650D2E93F}" name="Madeline Huber" initials="" userId="S::madeline.huber@wundermanthompson.com::51d36468-fe54-4c8c-9fb0-0fc5e1f4a1c9" providerId="AD"/>
  <p188:author id="{000CCB22-3A82-6095-1C83-582E2DBE1BC5}" name="Madeline Huber" initials="MH" userId="S::madeline.huber@vml.com::51d36468-fe54-4c8c-9fb0-0fc5e1f4a1c9" providerId="AD"/>
  <p188:author id="{D1076525-0A6E-20BC-132F-DD2A1E241AFE}" name="Kate Tharp" initials="KT" userId="S::kate.tharp@vml.com::f673b90c-5ccd-4f11-b817-79e0f5d8c583" providerId="AD"/>
  <p188:author id="{76BFBA31-750F-4AE5-2FFC-58A1B60A3D6C}" name="Ben Schwarz" initials="BS" userId="S::ben.schwarz@wundermanthompson.com::0f226527-ab02-4b83-a769-ceeb1b313347" providerId="AD"/>
  <p188:author id="{73C29A3B-D71D-294B-DE98-0F3A53ED0B34}" name="Casey Lee" initials="" userId="S::casey.lee@wundermanthompson.com::4bc459e0-655e-452e-96c2-b918c0999cdb" providerId="AD"/>
  <p188:author id="{DB6A2945-D9D3-7549-87F2-2AE9113347BD}" name="Stacia Chavarria" initials="" userId="S::stacia.chavarria@wundermanthompson.com::b943da3b-a333-46c5-a766-d52fd0778e06" providerId="AD"/>
  <p188:author id="{58680C47-0852-0CE4-2C17-30A5FDD82AB9}" name="Hernan Ramirez Diaz" initials="HR" userId="S::hernan.ramirez@vml.com::0b0763af-8f1b-4303-84e1-6429285cc810" providerId="AD"/>
  <p188:author id="{E89CDF47-F922-2909-09EC-9DA67815D2C0}" name="Paul Wickler" initials="" userId="S::paul.wickler@vml.com::630bf31d-4304-432c-a496-c1f037d2d1f9" providerId="AD"/>
  <p188:author id="{29C2BE49-4A86-ECCF-0165-8868EF9097BC}" name="Ridhima Dhawan" initials="RD" userId="S::Ridhima.dhawan@wundermanthompson.com::41b5bd7b-df07-43ed-9321-8df1cf164a12" providerId="AD"/>
  <p188:author id="{8A73F050-DEED-C9B7-4958-38DAFF7085D7}" name="Salgado, Angelo" initials="SA" userId="S::angelo.salgado14@t-mobile.com::749b456a-b0ee-4fb1-8c5e-7fe32aa5f003" providerId="AD"/>
  <p188:author id="{30395657-D4AD-AB5F-D5C2-2BB700A655AC}" name="Esuruoso, Funmi" initials="EF" userId="S::funmi.esuruoso1@t-mobile.com::8457c922-ae95-4146-84be-e1c3bb0578dd" providerId="AD"/>
  <p188:author id="{32980B67-0041-FB7A-5460-595CCC577E08}" name="Leo Zhao" initials="LZ" userId="S::leo.zhao@vml.com::87ecb650-f8b6-40ad-bde0-d5f31dac44ac" providerId="AD"/>
  <p188:author id="{751F126C-E3EB-8A3F-F321-172EAC8F0CE0}" name="Michael Bruno" initials="" userId="S::michael.bruno@vml.com::ed6069a4-1fcb-46c4-b4b7-85c279acb11e" providerId="AD"/>
  <p188:author id="{27383673-8F2F-C1CD-D2C9-C8240F20DDE1}" name="Hernan Ramirez Diaz" initials="HRD" userId="S::hernan.ramirez@wundermanthompson.com::0b0763af-8f1b-4303-84e1-6429285cc810" providerId="AD"/>
  <p188:author id="{2E4DEA79-CDBC-35C8-632D-9D09D897571F}" name="Chantl Martin" initials="CM" userId="S::chantl.martin@wundermanthompson.com::c4238583-2a6b-460e-aff4-d36db36d2495" providerId="AD"/>
  <p188:author id="{3BF7F379-1090-16B6-514F-90A22D620F7C}" name="Nadine Tull" initials="NT" userId="S::nadine.tull@wundermanthompson.com::6e845678-ffd9-40cf-9760-b52dedb2c13c" providerId="AD"/>
  <p188:author id="{8B91F980-C0F4-8032-39FB-2BA898606127}" name="Shubhangi Verma" initials="" userId="S::shubhangi.verma@vml.com::c0355bd3-af2b-4be5-9724-d992cd36b32e" providerId="AD"/>
  <p188:author id="{AAEC1B8A-CCCB-B3B0-1D59-8CFB39B52A33}" name="Shubhangi Verma" initials="SV" userId="S::shubhangi.verma@wundermanthompson.com::c0355bd3-af2b-4be5-9724-d992cd36b32e" providerId="AD"/>
  <p188:author id="{A2390C8D-EBB6-CA57-3C80-7E343E365543}" name="Brandice Wilson" initials="BW" userId="S::brandice.wilson@wundermanthompson.com::5cc9924d-7ea2-477c-9432-a6206c41cdd5" providerId="AD"/>
  <p188:author id="{EC4AA28D-3B0B-775D-3D93-33A02F1C1B0C}" name="Scott Fero" initials="SF" userId="S::scott.fero@wundermanthompson.com::98a0d833-ca00-4acf-b110-7dea7c8cad0a" providerId="AD"/>
  <p188:author id="{07800096-0E7A-C001-29F0-ADD66DD75D4F}" name="Rob Pettit" initials="RP" userId="S::rob.pettit@wundermanthompson.com::f965baa2-93a8-448b-a095-2ae85b037389" providerId="AD"/>
  <p188:author id="{8B770C9C-ED2E-93A1-A590-F169CB513269}" name="Ridhima Dhawan" initials="RD" userId="S::ridhima.dhawan@vml.com::41b5bd7b-df07-43ed-9321-8df1cf164a12" providerId="AD"/>
  <p188:author id="{7B1CC9A6-0C29-D8DB-F9E7-5CEB5A466A5B}" name="Casey Lee" initials="CL" userId="S::casey.lee@vml.com::4bc459e0-655e-452e-96c2-b918c0999cdb" providerId="AD"/>
  <p188:author id="{47C023B8-FFDD-218B-312C-DE211DA3F03C}" name="Lex Brnilovich" initials="LB" userId="S::lex.brnilovich@wundermanthompson.com::2accc540-8f43-44a5-acf3-49d6141a8cf2" providerId="AD"/>
  <p188:author id="{A19944BC-6EAC-A183-4019-C03735934F9A}" name="Yasmeen Mosley" initials="YM" userId="S::yasmeen.mosley@vml.com::f4f80980-6683-4823-8196-c9141a523fe3" providerId="AD"/>
  <p188:author id="{BA3E37C3-4B23-1E31-073B-627BEF130811}" name="Bone, Kara" initials="BK" userId="S::kara.bone3@t-mobile.com::6f58c159-805e-421e-908e-94dc2ca193e8" providerId="AD"/>
  <p188:author id="{6263FFC8-600D-581C-FA09-F3B0B026957A}" name="Madison Parker" initials="" userId="S::madison.parker@wundermanthompson.com::6f966b34-77b9-4d89-bdfc-38323ffa58ba" providerId="AD"/>
  <p188:author id="{0451F4D0-D493-21CA-C969-F7E738CF7DB8}" name="Danika Rodgers" initials="DR" userId="S::danika.rodgers@wundermanthompson.com::d6830a77-5e1d-4991-bae8-7cbc09d46828" providerId="AD"/>
  <p188:author id="{B1C0BFDE-D62C-6526-F71C-1F6276419D14}" name="Dayana Palermo" initials="DP" userId="S::dayana.palermo@wundermanthompson.com::bd11324e-129a-4564-9e29-95b36a914157" providerId="AD"/>
  <p188:author id="{932CC0E4-0AC8-FA56-AB15-8C51EBDC5BA9}" name="Kaitie Kovach" initials="KK" userId="S::kaitie.kovach@wundermanthompson.com::147d0fe8-7026-4820-8520-fb52867fdb01" providerId="AD"/>
  <p188:author id="{783472E5-CBF4-2C65-F3EF-7359CB2DF438}" name="Doug Sutherland" initials="DS" userId="S::doug.sutherland@vml.com::3d52fdab-69b1-4dbf-a5ee-cea8206efe52" providerId="AD"/>
  <p188:author id="{372621E7-5338-421F-22AC-EAE9A6B88C8A}" name="Lex Brnilovich" initials="" userId="S::lex.brnilovich@vml.com::2accc540-8f43-44a5-acf3-49d6141a8cf2" providerId="AD"/>
  <p188:author id="{D440F6EC-FBE4-FBD8-0514-2285261A345A}" name="Nick Carroll" initials="NC" userId="S::nick.carroll@vml.com::4ec47fe0-292b-462a-abf3-0f4ab923532f" providerId="AD"/>
  <p188:author id="{D389DDEF-8A3D-1A86-6450-1A984A025B3B}" name="Chris Huynh" initials="" userId="S::chris.huynh@vml.com::a802e69e-8fbe-47ad-892e-f53de31451cd" providerId="AD"/>
  <p188:author id="{F28A32F5-8C86-2C0D-ED6D-4F81E2E0E03B}" name="Maggie Anderson" initials="MA" userId="S::maggie.anderson@wundermanthompson.com::d4493bcf-3cc6-472a-8488-95de0c87dc8d" providerId="AD"/>
  <p188:author id="{66BBB8F8-FDCC-6907-D95A-87011F1CD177}" name="Bilal Othman" initials="BO" userId="S::bilal.othman@vml.com::f5019779-5bf4-4d33-a04d-492903a8df8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gado, Angelo" initials="SA" lastIdx="87" clrIdx="0">
    <p:extLst>
      <p:ext uri="{19B8F6BF-5375-455C-9EA6-DF929625EA0E}">
        <p15:presenceInfo xmlns:p15="http://schemas.microsoft.com/office/powerpoint/2012/main" userId="S::angelo.salgado14@t-mobile.com::749b456a-b0ee-4fb1-8c5e-7fe32aa5f003" providerId="AD"/>
      </p:ext>
    </p:extLst>
  </p:cmAuthor>
  <p:cmAuthor id="2" name="Tolentino, Sherwin" initials="TS" lastIdx="3" clrIdx="1">
    <p:extLst>
      <p:ext uri="{19B8F6BF-5375-455C-9EA6-DF929625EA0E}">
        <p15:presenceInfo xmlns:p15="http://schemas.microsoft.com/office/powerpoint/2012/main" userId="S::Sherwin.Tolentino6@T-Mobile.com::924f6893-4c59-44de-8a62-3ba2f4ec322f" providerId="AD"/>
      </p:ext>
    </p:extLst>
  </p:cmAuthor>
  <p:cmAuthor id="3" name="Kara Bone" initials="KB" lastIdx="3" clrIdx="2">
    <p:extLst>
      <p:ext uri="{19B8F6BF-5375-455C-9EA6-DF929625EA0E}">
        <p15:presenceInfo xmlns:p15="http://schemas.microsoft.com/office/powerpoint/2012/main" userId="XKdopbP0h7tQTX0kyHq9MOYzCwFgRlsvbVz9LYLdkdI=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74"/>
    <a:srgbClr val="FB9881"/>
    <a:srgbClr val="00D05E"/>
    <a:srgbClr val="E9601B"/>
    <a:srgbClr val="FFF0A7"/>
    <a:srgbClr val="F8696B"/>
    <a:srgbClr val="FDBF7C"/>
    <a:srgbClr val="FA8D72"/>
    <a:srgbClr val="FED17F"/>
    <a:srgbClr val="FA8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B1F2F7-C68D-405E-BF61-9D28334E327E}" v="5" dt="2026-03-02T15:19:45.0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94"/>
  </p:normalViewPr>
  <p:slideViewPr>
    <p:cSldViewPr snapToGrid="0">
      <p:cViewPr varScale="1">
        <p:scale>
          <a:sx n="60" d="100"/>
          <a:sy n="60" d="100"/>
        </p:scale>
        <p:origin x="772" y="48"/>
      </p:cViewPr>
      <p:guideLst>
        <p:guide pos="3840"/>
        <p:guide orient="horz" pos="2136"/>
        <p:guide orient="horz"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ey Lee" userId="4bc459e0-655e-452e-96c2-b918c0999cdb" providerId="ADAL" clId="{D71FFA72-407B-46EE-BB71-C6D17BEEF9AD}"/>
    <pc:docChg chg="custSel addSld modSld">
      <pc:chgData name="Casey Lee" userId="4bc459e0-655e-452e-96c2-b918c0999cdb" providerId="ADAL" clId="{D71FFA72-407B-46EE-BB71-C6D17BEEF9AD}" dt="2026-03-02T15:20:53.281" v="76" actId="14734"/>
      <pc:docMkLst>
        <pc:docMk/>
      </pc:docMkLst>
      <pc:sldChg chg="modSp mod">
        <pc:chgData name="Casey Lee" userId="4bc459e0-655e-452e-96c2-b918c0999cdb" providerId="ADAL" clId="{D71FFA72-407B-46EE-BB71-C6D17BEEF9AD}" dt="2026-02-26T14:39:35.841" v="27" actId="20577"/>
        <pc:sldMkLst>
          <pc:docMk/>
          <pc:sldMk cId="1270242671" sldId="2147481213"/>
        </pc:sldMkLst>
        <pc:spChg chg="mod">
          <ac:chgData name="Casey Lee" userId="4bc459e0-655e-452e-96c2-b918c0999cdb" providerId="ADAL" clId="{D71FFA72-407B-46EE-BB71-C6D17BEEF9AD}" dt="2026-02-26T14:39:35.841" v="27" actId="20577"/>
          <ac:spMkLst>
            <pc:docMk/>
            <pc:sldMk cId="1270242671" sldId="2147481213"/>
            <ac:spMk id="4" creationId="{F93D6D7D-FF3F-82F6-14A4-6285C0323998}"/>
          </ac:spMkLst>
        </pc:spChg>
        <pc:spChg chg="mod">
          <ac:chgData name="Casey Lee" userId="4bc459e0-655e-452e-96c2-b918c0999cdb" providerId="ADAL" clId="{D71FFA72-407B-46EE-BB71-C6D17BEEF9AD}" dt="2026-02-26T14:38:30.796" v="12" actId="1076"/>
          <ac:spMkLst>
            <pc:docMk/>
            <pc:sldMk cId="1270242671" sldId="2147481213"/>
            <ac:spMk id="9" creationId="{5284A7BF-082D-AB49-2C20-F622A6F9DEB3}"/>
          </ac:spMkLst>
        </pc:spChg>
      </pc:sldChg>
      <pc:sldChg chg="addSp delSp modSp add mod">
        <pc:chgData name="Casey Lee" userId="4bc459e0-655e-452e-96c2-b918c0999cdb" providerId="ADAL" clId="{D71FFA72-407B-46EE-BB71-C6D17BEEF9AD}" dt="2026-03-02T15:20:53.281" v="76" actId="14734"/>
        <pc:sldMkLst>
          <pc:docMk/>
          <pc:sldMk cId="717545924" sldId="2147481218"/>
        </pc:sldMkLst>
        <pc:spChg chg="add del mod">
          <ac:chgData name="Casey Lee" userId="4bc459e0-655e-452e-96c2-b918c0999cdb" providerId="ADAL" clId="{D71FFA72-407B-46EE-BB71-C6D17BEEF9AD}" dt="2026-03-02T15:18:57.473" v="49" actId="478"/>
          <ac:spMkLst>
            <pc:docMk/>
            <pc:sldMk cId="717545924" sldId="2147481218"/>
            <ac:spMk id="7" creationId="{FF6ECB99-98E6-8541-96A0-3654A03FFDB4}"/>
          </ac:spMkLst>
        </pc:spChg>
        <pc:spChg chg="mod">
          <ac:chgData name="Casey Lee" userId="4bc459e0-655e-452e-96c2-b918c0999cdb" providerId="ADAL" clId="{D71FFA72-407B-46EE-BB71-C6D17BEEF9AD}" dt="2026-02-26T14:52:46.211" v="46" actId="20577"/>
          <ac:spMkLst>
            <pc:docMk/>
            <pc:sldMk cId="717545924" sldId="2147481218"/>
            <ac:spMk id="9" creationId="{BDAA35E6-F194-9CC3-48EB-DC42B5DEBBA1}"/>
          </ac:spMkLst>
        </pc:spChg>
        <pc:spChg chg="add del mod">
          <ac:chgData name="Casey Lee" userId="4bc459e0-655e-452e-96c2-b918c0999cdb" providerId="ADAL" clId="{D71FFA72-407B-46EE-BB71-C6D17BEEF9AD}" dt="2026-03-02T15:19:14.344" v="54" actId="478"/>
          <ac:spMkLst>
            <pc:docMk/>
            <pc:sldMk cId="717545924" sldId="2147481218"/>
            <ac:spMk id="11" creationId="{B7BEA2BA-64F6-E0B6-A3A4-7A4036EE73A9}"/>
          </ac:spMkLst>
        </pc:spChg>
        <pc:graphicFrameChg chg="del">
          <ac:chgData name="Casey Lee" userId="4bc459e0-655e-452e-96c2-b918c0999cdb" providerId="ADAL" clId="{D71FFA72-407B-46EE-BB71-C6D17BEEF9AD}" dt="2026-03-02T15:17:32.361" v="47" actId="478"/>
          <ac:graphicFrameMkLst>
            <pc:docMk/>
            <pc:sldMk cId="717545924" sldId="2147481218"/>
            <ac:graphicFrameMk id="2" creationId="{547DB9B6-2D7C-F22C-4224-FFC4DE8ECCC6}"/>
          </ac:graphicFrameMkLst>
        </pc:graphicFrameChg>
        <pc:graphicFrameChg chg="add del mod modGraphic">
          <ac:chgData name="Casey Lee" userId="4bc459e0-655e-452e-96c2-b918c0999cdb" providerId="ADAL" clId="{D71FFA72-407B-46EE-BB71-C6D17BEEF9AD}" dt="2026-03-02T15:19:09.396" v="52" actId="478"/>
          <ac:graphicFrameMkLst>
            <pc:docMk/>
            <pc:sldMk cId="717545924" sldId="2147481218"/>
            <ac:graphicFrameMk id="6" creationId="{BF670E6D-9951-B6F3-DEB7-5CF7F9EA5904}"/>
          </ac:graphicFrameMkLst>
        </pc:graphicFrameChg>
        <pc:graphicFrameChg chg="add del mod">
          <ac:chgData name="Casey Lee" userId="4bc459e0-655e-452e-96c2-b918c0999cdb" providerId="ADAL" clId="{D71FFA72-407B-46EE-BB71-C6D17BEEF9AD}" dt="2026-03-02T15:19:14.344" v="54" actId="478"/>
          <ac:graphicFrameMkLst>
            <pc:docMk/>
            <pc:sldMk cId="717545924" sldId="2147481218"/>
            <ac:graphicFrameMk id="10" creationId="{BC05D0A6-B310-3442-B7AC-A527BAF927E3}"/>
          </ac:graphicFrameMkLst>
        </pc:graphicFrameChg>
        <pc:graphicFrameChg chg="add mod modGraphic">
          <ac:chgData name="Casey Lee" userId="4bc459e0-655e-452e-96c2-b918c0999cdb" providerId="ADAL" clId="{D71FFA72-407B-46EE-BB71-C6D17BEEF9AD}" dt="2026-03-02T15:20:53.281" v="76" actId="14734"/>
          <ac:graphicFrameMkLst>
            <pc:docMk/>
            <pc:sldMk cId="717545924" sldId="2147481218"/>
            <ac:graphicFrameMk id="12" creationId="{C4ED9935-835F-E0EC-07CF-77B128224FE4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22FB6-13E2-B84F-8B09-E0789BE35DB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8B80D-5A25-F14F-A19E-833A383AEE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86858-BEB2-AA4A-AEF7-6C259965A833}" type="datetimeFigureOut">
              <a:rPr lang="en-US" smtClean="0"/>
              <a:t>3/2/2026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658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50B3E-2EAB-E847-9859-1E8EF3D97F1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F51BA-7433-1D4B-84CB-B35DE54FD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1E90D-505C-D4D9-F0B9-94A99E478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88333-7201-1699-D0C7-4D2BF9B24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E1349-CEC7-7970-E839-C851DB1E2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CAF5D-F70B-BEA8-78B7-1FFDEEBD6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413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D366-FFD2-0BAC-5038-E233D68AF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A6E3F-5080-EED6-76BB-976CD2959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C04191-03C5-CD82-35AB-41ACDDB2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345C0-29E8-C0B8-0484-27D086F3D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51BA-7433-1D4B-84CB-B35DE54FDF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95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0ECD-0A9A-E6E8-D1B1-C37CEF3DD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A49EB-03B6-3F31-57A0-7DC5C35C3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BC8D0-B39A-C513-2632-8DA37699B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FD209-E260-477E-5E84-27E49671A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F51BA-7433-1D4B-84CB-B35DE54FDFC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1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-Pages_Magenta-Neon-Glow-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22AC4E3-D9AB-8948-A5D8-E4071ADA00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09454" y="338203"/>
            <a:ext cx="6182546" cy="62755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516019-7E3E-F826-1FE5-3E2410B2E14B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bg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1A1CC415-D3B6-E073-E388-58BEF1DC4AA5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697223" y="6078030"/>
            <a:ext cx="965195" cy="28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06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harts-Graphs-thin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F20E009-1DAD-B2B3-15C9-6FD76460D0C7}"/>
              </a:ext>
            </a:extLst>
          </p:cNvPr>
          <p:cNvSpPr/>
          <p:nvPr userDrawn="1"/>
        </p:nvSpPr>
        <p:spPr>
          <a:xfrm>
            <a:off x="0" y="0"/>
            <a:ext cx="3917018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C720981C-23E8-EC72-1BEE-1302E7E8F2A6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31" name="Subtext">
            <a:extLst>
              <a:ext uri="{FF2B5EF4-FFF2-40B4-BE49-F238E27FC236}">
                <a16:creationId xmlns:a16="http://schemas.microsoft.com/office/drawing/2014/main" id="{F4279D22-477E-3B0F-91DD-21DC2578524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5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154393B-90BF-7FD1-D8E1-8E583B2C1B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9264" y="1575041"/>
            <a:ext cx="3613131" cy="3612680"/>
          </a:xfrm>
          <a:prstGeom prst="rect">
            <a:avLst/>
          </a:prstGeom>
        </p:spPr>
      </p:pic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8B9A4864-4926-4C62-4B91-03896BDC60B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6940" y="447"/>
            <a:ext cx="634997" cy="634917"/>
          </a:xfrm>
          <a:prstGeom prst="rect">
            <a:avLst/>
          </a:prstGeom>
        </p:spPr>
      </p:pic>
      <p:pic>
        <p:nvPicPr>
          <p:cNvPr id="4" name="Image 2" descr=" ">
            <a:extLst>
              <a:ext uri="{FF2B5EF4-FFF2-40B4-BE49-F238E27FC236}">
                <a16:creationId xmlns:a16="http://schemas.microsoft.com/office/drawing/2014/main" id="{70EE9CC7-4D63-74E2-0E2F-B8D3ECB4295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69640" y="6222636"/>
            <a:ext cx="319148" cy="31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2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-Pages_Magenta-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F15CC9-2ACD-754F-A40D-CAB7AA33E0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64368" y="982468"/>
            <a:ext cx="4165712" cy="4965192"/>
          </a:xfrm>
          <a:prstGeom prst="rect">
            <a:avLst/>
          </a:prstGeom>
        </p:spPr>
      </p:pic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5280C5CB-615C-D84B-A98D-EB13D2803A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855" y="5788597"/>
            <a:ext cx="3127157" cy="248530"/>
          </a:xfrm>
          <a:prstGeom prst="rect">
            <a:avLst/>
          </a:prstGeom>
        </p:spPr>
        <p:txBody>
          <a:bodyPr lIns="0" tIns="45720" rIns="91440" bIns="4572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  <a:lvl3pPr marL="91440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3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7" name="Title 23">
            <a:extLst>
              <a:ext uri="{FF2B5EF4-FFF2-40B4-BE49-F238E27FC236}">
                <a16:creationId xmlns:a16="http://schemas.microsoft.com/office/drawing/2014/main" id="{C728E607-C7C9-664B-B04B-671FD912E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4186293"/>
            <a:ext cx="5983721" cy="1367810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Cover Page</a:t>
            </a:r>
            <a:br>
              <a:rPr lang="en-US"/>
            </a:br>
            <a:r>
              <a:rPr lang="en-US"/>
              <a:t>Text Highlight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14839-4DEB-6582-2404-779F9501A1A3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bg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17391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-Pages_Magenta-Neon-Glow-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4723750-F7B4-E14B-BD61-C134E772DB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1855" y="5788597"/>
            <a:ext cx="3127157" cy="248530"/>
          </a:xfrm>
          <a:prstGeom prst="rect">
            <a:avLst/>
          </a:prstGeom>
        </p:spPr>
        <p:txBody>
          <a:bodyPr lIns="0" tIns="45720" rIns="91440" bIns="45720">
            <a:spAutoFit/>
          </a:bodyPr>
          <a:lstStyle>
            <a:lvl1pPr marL="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  <a:lvl3pPr marL="914400" indent="0">
              <a:buNone/>
              <a:defRPr lang="en-US" sz="12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3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r>
              <a:rPr lang="en-US"/>
              <a:t>SUBTEXT</a:t>
            </a:r>
          </a:p>
        </p:txBody>
      </p:sp>
      <p:sp>
        <p:nvSpPr>
          <p:cNvPr id="8" name="Title 23">
            <a:extLst>
              <a:ext uri="{FF2B5EF4-FFF2-40B4-BE49-F238E27FC236}">
                <a16:creationId xmlns:a16="http://schemas.microsoft.com/office/drawing/2014/main" id="{2EEBB26B-B446-A040-BAFA-3352E9B168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4186293"/>
            <a:ext cx="5983721" cy="1367810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>
              <a:lnSpc>
                <a:spcPct val="8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Cover Page</a:t>
            </a:r>
            <a:br>
              <a:rPr lang="en-US"/>
            </a:br>
            <a:r>
              <a:rPr lang="en-US"/>
              <a:t>Text Highlight</a:t>
            </a:r>
          </a:p>
        </p:txBody>
      </p:sp>
      <p:pic>
        <p:nvPicPr>
          <p:cNvPr id="10" name="Picture 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22AC4E3-D9AB-8948-A5D8-E4071ADA00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09454" y="338203"/>
            <a:ext cx="6182546" cy="62755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516019-7E3E-F826-1FE5-3E2410B2E14B}"/>
              </a:ext>
            </a:extLst>
          </p:cNvPr>
          <p:cNvSpPr txBox="1"/>
          <p:nvPr userDrawn="1"/>
        </p:nvSpPr>
        <p:spPr>
          <a:xfrm rot="16200000">
            <a:off x="-459364" y="5485096"/>
            <a:ext cx="1739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0" spc="600">
                <a:solidFill>
                  <a:schemeClr val="bg1"/>
                </a:solidFill>
                <a:latin typeface="TeleNeo Office" panose="020B0504040202090203" pitchFamily="34" charset="77"/>
                <a:ea typeface="Bebas Neue Bold" charset="0"/>
                <a:cs typeface="Bebas Neue Bold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951647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losing-Slides_T-Digit">
    <p:bg>
      <p:bgPr>
        <a:solidFill>
          <a:srgbClr val="E2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507F4-583B-4342-82D4-212E15228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1983" y="2482596"/>
            <a:ext cx="1588034" cy="189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87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solidFill>
          <a:srgbClr val="DE4C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8">
            <a:extLst>
              <a:ext uri="{FF2B5EF4-FFF2-40B4-BE49-F238E27FC236}">
                <a16:creationId xmlns:a16="http://schemas.microsoft.com/office/drawing/2014/main" id="{C6EE3D94-EB6C-4AFB-AB1F-E454723EC626}"/>
              </a:ext>
            </a:extLst>
          </p:cNvPr>
          <p:cNvSpPr/>
          <p:nvPr userDrawn="1"/>
        </p:nvSpPr>
        <p:spPr>
          <a:xfrm>
            <a:off x="2479963" y="0"/>
            <a:ext cx="9712037" cy="6858000"/>
          </a:xfrm>
          <a:custGeom>
            <a:avLst/>
            <a:gdLst>
              <a:gd name="connsiteX0" fmla="*/ 0 w 9712037"/>
              <a:gd name="connsiteY0" fmla="*/ 0 h 6899564"/>
              <a:gd name="connsiteX1" fmla="*/ 1011382 w 9712037"/>
              <a:gd name="connsiteY1" fmla="*/ 5874327 h 6899564"/>
              <a:gd name="connsiteX2" fmla="*/ 7800109 w 9712037"/>
              <a:gd name="connsiteY2" fmla="*/ 4655127 h 6899564"/>
              <a:gd name="connsiteX3" fmla="*/ 8174182 w 9712037"/>
              <a:gd name="connsiteY3" fmla="*/ 6899564 h 6899564"/>
              <a:gd name="connsiteX4" fmla="*/ 9712037 w 9712037"/>
              <a:gd name="connsiteY4" fmla="*/ 6899564 h 6899564"/>
              <a:gd name="connsiteX5" fmla="*/ 9712037 w 9712037"/>
              <a:gd name="connsiteY5" fmla="*/ 13854 h 6899564"/>
              <a:gd name="connsiteX6" fmla="*/ 0 w 9712037"/>
              <a:gd name="connsiteY6" fmla="*/ 0 h 6899564"/>
              <a:gd name="connsiteX0" fmla="*/ 0 w 9712037"/>
              <a:gd name="connsiteY0" fmla="*/ 0 h 6892890"/>
              <a:gd name="connsiteX1" fmla="*/ 1011382 w 9712037"/>
              <a:gd name="connsiteY1" fmla="*/ 5867653 h 6892890"/>
              <a:gd name="connsiteX2" fmla="*/ 7800109 w 9712037"/>
              <a:gd name="connsiteY2" fmla="*/ 4648453 h 6892890"/>
              <a:gd name="connsiteX3" fmla="*/ 8174182 w 9712037"/>
              <a:gd name="connsiteY3" fmla="*/ 6892890 h 6892890"/>
              <a:gd name="connsiteX4" fmla="*/ 9712037 w 9712037"/>
              <a:gd name="connsiteY4" fmla="*/ 6892890 h 6892890"/>
              <a:gd name="connsiteX5" fmla="*/ 9712037 w 9712037"/>
              <a:gd name="connsiteY5" fmla="*/ 7180 h 6892890"/>
              <a:gd name="connsiteX6" fmla="*/ 0 w 9712037"/>
              <a:gd name="connsiteY6" fmla="*/ 0 h 6892890"/>
              <a:gd name="connsiteX0" fmla="*/ 0 w 9716047"/>
              <a:gd name="connsiteY0" fmla="*/ 0 h 6888880"/>
              <a:gd name="connsiteX1" fmla="*/ 1015392 w 9716047"/>
              <a:gd name="connsiteY1" fmla="*/ 5863643 h 6888880"/>
              <a:gd name="connsiteX2" fmla="*/ 7804119 w 9716047"/>
              <a:gd name="connsiteY2" fmla="*/ 4644443 h 6888880"/>
              <a:gd name="connsiteX3" fmla="*/ 8178192 w 9716047"/>
              <a:gd name="connsiteY3" fmla="*/ 6888880 h 6888880"/>
              <a:gd name="connsiteX4" fmla="*/ 9716047 w 9716047"/>
              <a:gd name="connsiteY4" fmla="*/ 6888880 h 6888880"/>
              <a:gd name="connsiteX5" fmla="*/ 9716047 w 9716047"/>
              <a:gd name="connsiteY5" fmla="*/ 3170 h 6888880"/>
              <a:gd name="connsiteX6" fmla="*/ 0 w 9716047"/>
              <a:gd name="connsiteY6" fmla="*/ 0 h 6888880"/>
              <a:gd name="connsiteX0" fmla="*/ 0 w 9712037"/>
              <a:gd name="connsiteY0" fmla="*/ 4851 h 6885710"/>
              <a:gd name="connsiteX1" fmla="*/ 1011382 w 9712037"/>
              <a:gd name="connsiteY1" fmla="*/ 5860473 h 6885710"/>
              <a:gd name="connsiteX2" fmla="*/ 7800109 w 9712037"/>
              <a:gd name="connsiteY2" fmla="*/ 4641273 h 6885710"/>
              <a:gd name="connsiteX3" fmla="*/ 8174182 w 9712037"/>
              <a:gd name="connsiteY3" fmla="*/ 6885710 h 6885710"/>
              <a:gd name="connsiteX4" fmla="*/ 9712037 w 9712037"/>
              <a:gd name="connsiteY4" fmla="*/ 6885710 h 6885710"/>
              <a:gd name="connsiteX5" fmla="*/ 9712037 w 9712037"/>
              <a:gd name="connsiteY5" fmla="*/ 0 h 6885710"/>
              <a:gd name="connsiteX6" fmla="*/ 0 w 9712037"/>
              <a:gd name="connsiteY6" fmla="*/ 4851 h 6885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712037" h="6885710">
                <a:moveTo>
                  <a:pt x="0" y="4851"/>
                </a:moveTo>
                <a:lnTo>
                  <a:pt x="1011382" y="5860473"/>
                </a:lnTo>
                <a:lnTo>
                  <a:pt x="7800109" y="4641273"/>
                </a:lnTo>
                <a:lnTo>
                  <a:pt x="8174182" y="6885710"/>
                </a:lnTo>
                <a:lnTo>
                  <a:pt x="9712037" y="6885710"/>
                </a:lnTo>
                <a:lnTo>
                  <a:pt x="9712037" y="0"/>
                </a:lnTo>
                <a:lnTo>
                  <a:pt x="0" y="4851"/>
                </a:lnTo>
                <a:close/>
              </a:path>
            </a:pathLst>
          </a:custGeom>
          <a:solidFill>
            <a:srgbClr val="E200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rial" panose="020B0604020202020204" pitchFamily="34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E918E5A-B542-8449-8931-F41263D4A3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4" y="3037984"/>
            <a:ext cx="11360150" cy="692127"/>
          </a:xfrm>
        </p:spPr>
        <p:txBody>
          <a:bodyPr anchor="ctr">
            <a:noAutofit/>
          </a:bodyPr>
          <a:lstStyle>
            <a:lvl1pPr marL="0" indent="0">
              <a:buNone/>
              <a:defRPr sz="4000" b="0" i="0">
                <a:solidFill>
                  <a:schemeClr val="bg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8000">
                <a:solidFill>
                  <a:schemeClr val="bg1"/>
                </a:solidFill>
              </a:defRPr>
            </a:lvl2pPr>
            <a:lvl3pPr marL="914400" indent="0">
              <a:buNone/>
              <a:defRPr sz="8000">
                <a:solidFill>
                  <a:schemeClr val="bg1"/>
                </a:solidFill>
              </a:defRPr>
            </a:lvl3pPr>
            <a:lvl4pPr marL="1371600" indent="0">
              <a:buNone/>
              <a:defRPr sz="8000">
                <a:solidFill>
                  <a:schemeClr val="bg1"/>
                </a:solidFill>
              </a:defRPr>
            </a:lvl4pPr>
            <a:lvl5pPr marL="1828800" indent="0">
              <a:buNone/>
              <a:defRPr sz="8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8749A30-B3C9-B246-BC62-1669EA2AF9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5925" y="2407186"/>
            <a:ext cx="11360150" cy="630798"/>
          </a:xfrm>
        </p:spPr>
        <p:txBody>
          <a:bodyPr anchor="ctr">
            <a:noAutofit/>
          </a:bodyPr>
          <a:lstStyle>
            <a:lvl1pPr marL="0" indent="0">
              <a:buNone/>
              <a:defRPr sz="5400" b="1" i="0" spc="150" baseline="0">
                <a:solidFill>
                  <a:schemeClr val="bg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8000">
                <a:solidFill>
                  <a:schemeClr val="bg1"/>
                </a:solidFill>
              </a:defRPr>
            </a:lvl2pPr>
            <a:lvl3pPr marL="914400" indent="0">
              <a:buNone/>
              <a:defRPr sz="8000">
                <a:solidFill>
                  <a:schemeClr val="bg1"/>
                </a:solidFill>
              </a:defRPr>
            </a:lvl3pPr>
            <a:lvl4pPr marL="1371600" indent="0">
              <a:buNone/>
              <a:defRPr sz="8000">
                <a:solidFill>
                  <a:schemeClr val="bg1"/>
                </a:solidFill>
              </a:defRPr>
            </a:lvl4pPr>
            <a:lvl5pPr marL="1828800" indent="0">
              <a:buNone/>
              <a:defRPr sz="80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4C35EC8-3843-42C3-94FA-B6BD9B48D0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1722" y="5703582"/>
            <a:ext cx="1036453" cy="46408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23C05F8-3BD9-4451-BC55-90E62AF0055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15924" y="4553621"/>
            <a:ext cx="2743200" cy="365125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fld id="{ADA417E5-1A75-45D7-BDE0-29E7A6B38811}" type="datetimeFigureOut">
              <a:rPr lang="en-US" smtClean="0"/>
              <a:pPr/>
              <a:t>3/2/2026</a:t>
            </a:fld>
            <a:endParaRPr lang="en-US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6B9FFE6C-67D0-4B20-AF96-E5E9A958F2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035" y="6141678"/>
            <a:ext cx="1262044" cy="262731"/>
          </a:xfrm>
          <a:prstGeom prst="rect">
            <a:avLst/>
          </a:prstGeom>
        </p:spPr>
      </p:pic>
      <p:pic>
        <p:nvPicPr>
          <p:cNvPr id="9" name="Graphic 5">
            <a:extLst>
              <a:ext uri="{FF2B5EF4-FFF2-40B4-BE49-F238E27FC236}">
                <a16:creationId xmlns:a16="http://schemas.microsoft.com/office/drawing/2014/main" id="{15F8736B-738D-4475-961D-99037CE0F6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0378" y="6231070"/>
            <a:ext cx="879143" cy="2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00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DF455E-3302-FF4E-A9EC-8B45E98F326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D1724E2B-7E18-A14F-A606-B068966F0D1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AC2C44E-D32A-4646-9985-5A0893BC89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925" y="251317"/>
            <a:ext cx="10836276" cy="153496"/>
          </a:xfrm>
        </p:spPr>
        <p:txBody>
          <a:bodyPr tIns="0" rIns="0" bIns="0" anchor="t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b="0" i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8E50C6A-B141-734A-96E7-384627041A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5925" y="444562"/>
            <a:ext cx="11360149" cy="210518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 i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2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8" name="Graphic 6">
            <a:extLst>
              <a:ext uri="{FF2B5EF4-FFF2-40B4-BE49-F238E27FC236}">
                <a16:creationId xmlns:a16="http://schemas.microsoft.com/office/drawing/2014/main" id="{9BAB613D-E0CE-47D9-9202-C6B3074864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187" y="6330567"/>
            <a:ext cx="885324" cy="2761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656600F-B573-57C1-469E-F99909CEAA78}"/>
              </a:ext>
            </a:extLst>
          </p:cNvPr>
          <p:cNvGrpSpPr/>
          <p:nvPr userDrawn="1"/>
        </p:nvGrpSpPr>
        <p:grpSpPr>
          <a:xfrm>
            <a:off x="303856" y="6243478"/>
            <a:ext cx="937805" cy="483093"/>
            <a:chOff x="303856" y="6243478"/>
            <a:chExt cx="937805" cy="483093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54F3AAD-65A3-B871-C2ED-9D43089411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3629" y="6336234"/>
              <a:ext cx="218032" cy="23779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2CAE084-AA86-4A5E-F721-D7E757A1B4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303856" y="6243478"/>
              <a:ext cx="615065" cy="483093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A1951A7-471C-82F7-FC2C-6FD1A8A92FB0}"/>
                </a:ext>
              </a:extLst>
            </p:cNvPr>
            <p:cNvCxnSpPr/>
            <p:nvPr userDrawn="1"/>
          </p:nvCxnSpPr>
          <p:spPr>
            <a:xfrm>
              <a:off x="874643" y="6269038"/>
              <a:ext cx="0" cy="3429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38C084-A8FF-422C-5C33-5154B08752D9}"/>
              </a:ext>
            </a:extLst>
          </p:cNvPr>
          <p:cNvCxnSpPr/>
          <p:nvPr userDrawn="1"/>
        </p:nvCxnSpPr>
        <p:spPr>
          <a:xfrm>
            <a:off x="1373271" y="6292598"/>
            <a:ext cx="0" cy="342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526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Center +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E46823-173A-E042-AD2B-327F3245A2E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6578" y="2061051"/>
            <a:ext cx="3497263" cy="679450"/>
          </a:xfr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solidFill>
              <a:schemeClr val="accent2"/>
            </a:solidFill>
            <a:miter lim="800000"/>
          </a:ln>
        </p:spPr>
        <p:txBody>
          <a:bodyPr anchor="ctr"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Bai Jamjuree" pitchFamily="2" charset="-34"/>
                <a:ea typeface="Source Sans Pro Semibold" panose="020B0503030403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5C1AA5C-D0C3-0446-B22F-3D1949839A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3737" y="2061051"/>
            <a:ext cx="3497263" cy="679450"/>
          </a:xfr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solidFill>
              <a:schemeClr val="accent2"/>
            </a:solidFill>
            <a:miter lim="800000"/>
          </a:ln>
        </p:spPr>
        <p:txBody>
          <a:bodyPr anchor="ctr"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Bai Jamjuree" pitchFamily="2" charset="-34"/>
                <a:ea typeface="Source Sans Pro Semibold" panose="020B0503030403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EA7211C-7DD1-1746-95D2-F3ED168D36F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9466" y="2061051"/>
            <a:ext cx="3497263" cy="679450"/>
          </a:xfr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5875">
            <a:solidFill>
              <a:schemeClr val="accent2"/>
            </a:solidFill>
            <a:miter lim="800000"/>
          </a:ln>
        </p:spPr>
        <p:txBody>
          <a:bodyPr anchor="ctr">
            <a:no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  <a:latin typeface="Bai Jamjuree" pitchFamily="2" charset="-34"/>
                <a:ea typeface="Source Sans Pro Semibold" panose="020B0503030403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490054-AE84-A24D-BE84-16EA886511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8391" y="2750138"/>
            <a:ext cx="3495197" cy="3344862"/>
          </a:xfrm>
          <a:noFill/>
          <a:ln w="15875">
            <a:solidFill>
              <a:schemeClr val="accent2"/>
            </a:solidFill>
            <a:miter lim="800000"/>
          </a:ln>
        </p:spPr>
        <p:txBody>
          <a:bodyPr lIns="182880" tIns="182880">
            <a:noAutofit/>
          </a:bodyPr>
          <a:lstStyle>
            <a:lvl1pPr>
              <a:buClr>
                <a:schemeClr val="tx1"/>
              </a:buClr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1pPr>
            <a:lvl2pPr>
              <a:buClr>
                <a:schemeClr val="tx1"/>
              </a:buClr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12A0AF3-DA14-B040-A064-0CA02D2312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3109" y="2750138"/>
            <a:ext cx="3496140" cy="3344862"/>
          </a:xfrm>
          <a:noFill/>
          <a:ln w="15875">
            <a:solidFill>
              <a:schemeClr val="accent2"/>
            </a:solidFill>
            <a:miter lim="800000"/>
          </a:ln>
        </p:spPr>
        <p:txBody>
          <a:bodyPr lIns="182880" tIns="182880">
            <a:noAutofit/>
          </a:bodyPr>
          <a:lstStyle>
            <a:lvl1pPr>
              <a:buClr>
                <a:schemeClr val="tx1"/>
              </a:buClr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1pPr>
            <a:lvl2pPr>
              <a:buClr>
                <a:schemeClr val="tx1"/>
              </a:buClr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2E35DCD-7240-9F48-992F-3B5A59EAF1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87715" y="2750138"/>
            <a:ext cx="3497263" cy="3344862"/>
          </a:xfrm>
          <a:noFill/>
          <a:ln w="15875">
            <a:solidFill>
              <a:schemeClr val="accent2"/>
            </a:solidFill>
            <a:miter lim="800000"/>
          </a:ln>
        </p:spPr>
        <p:txBody>
          <a:bodyPr lIns="182880" tIns="182880">
            <a:noAutofit/>
          </a:bodyPr>
          <a:lstStyle>
            <a:lvl1pPr>
              <a:buClr>
                <a:schemeClr val="tx1"/>
              </a:buClr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1pPr>
            <a:lvl2pPr>
              <a:buClr>
                <a:schemeClr val="tx1"/>
              </a:buClr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288059B-D93A-9F45-BC43-58DD934CF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417" y="665832"/>
            <a:ext cx="11323323" cy="96895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defRPr sz="3200" b="1" i="0">
                <a:solidFill>
                  <a:schemeClr val="accent1"/>
                </a:solidFill>
                <a:latin typeface="Bai Jamjuree SemiBold" pitchFamily="2" charset="-34"/>
                <a:ea typeface="Open Sans" panose="020B0606030504020204" pitchFamily="34" charset="0"/>
                <a:cs typeface="Bai Jamjuree SemiBold" pitchFamily="2" charset="-34"/>
              </a:defRPr>
            </a:lvl1pPr>
          </a:lstStyle>
          <a:p>
            <a:r>
              <a:rPr lang="en-US"/>
              <a:t>Insert Title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A6DC09-20E5-5289-DFAB-D50E15E0E9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15" y="6468436"/>
            <a:ext cx="218032" cy="237791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30448ADB-184F-4C9D-61B3-FF4D24636B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055" y="6448805"/>
            <a:ext cx="885324" cy="2761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FA0BEE-BE7E-F6F5-54F6-0A729B9DDDEA}"/>
              </a:ext>
            </a:extLst>
          </p:cNvPr>
          <p:cNvCxnSpPr/>
          <p:nvPr userDrawn="1"/>
        </p:nvCxnSpPr>
        <p:spPr>
          <a:xfrm>
            <a:off x="563443" y="6426045"/>
            <a:ext cx="0" cy="342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17217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41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Center +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E4A7E05-847D-814B-BB8B-485BF7B55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417" y="665832"/>
            <a:ext cx="11323323" cy="96895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defRPr sz="3200" b="1" i="0">
                <a:solidFill>
                  <a:schemeClr val="tx1"/>
                </a:solidFill>
                <a:latin typeface="Bai Jamjuree SemiBold" pitchFamily="2" charset="-34"/>
                <a:ea typeface="Open Sans" panose="020B0606030504020204" pitchFamily="34" charset="0"/>
                <a:cs typeface="Bai Jamjuree SemiBold" pitchFamily="2" charset="-34"/>
              </a:defRPr>
            </a:lvl1pPr>
          </a:lstStyle>
          <a:p>
            <a:r>
              <a:rPr lang="en-US"/>
              <a:t>Insert Title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EF4DBD8-002D-2646-BFD5-5628A40BBC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4957" y="2027313"/>
            <a:ext cx="4015792" cy="679450"/>
          </a:xfrm>
          <a:gradFill flip="none" rotWithShape="1">
            <a:gsLst>
              <a:gs pos="0">
                <a:srgbClr val="CB0069"/>
              </a:gs>
              <a:gs pos="48000">
                <a:srgbClr val="E20074"/>
              </a:gs>
              <a:gs pos="100000">
                <a:srgbClr val="F80082"/>
              </a:gs>
            </a:gsLst>
            <a:lin ang="16200000" scaled="1"/>
            <a:tileRect/>
          </a:gradFill>
          <a:ln w="15875">
            <a:solidFill>
              <a:srgbClr val="E20074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2000" b="1">
                <a:solidFill>
                  <a:schemeClr val="bg2"/>
                </a:solidFill>
                <a:latin typeface="Bai Jamjuree" pitchFamily="2" charset="-34"/>
                <a:ea typeface="Source Sans Pro Semibold" panose="020B0503030403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0B14B60-D35D-4E4B-AD47-6B23E9FE30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1251" y="2027313"/>
            <a:ext cx="4015792" cy="679450"/>
          </a:xfrm>
          <a:gradFill flip="none" rotWithShape="1">
            <a:gsLst>
              <a:gs pos="0">
                <a:srgbClr val="CB0069"/>
              </a:gs>
              <a:gs pos="48000">
                <a:srgbClr val="E20074"/>
              </a:gs>
              <a:gs pos="100000">
                <a:srgbClr val="F80082"/>
              </a:gs>
            </a:gsLst>
            <a:lin ang="16200000" scaled="1"/>
            <a:tileRect/>
          </a:gradFill>
          <a:ln w="15875">
            <a:solidFill>
              <a:srgbClr val="E20074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2000" b="1">
                <a:solidFill>
                  <a:schemeClr val="bg2"/>
                </a:solidFill>
                <a:latin typeface="Bai Jamjuree" pitchFamily="2" charset="-34"/>
                <a:ea typeface="Source Sans Pro Semibold" panose="020B0503030403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CF28A5D-9F83-AB4B-8284-9D119C7003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564957" y="2703700"/>
            <a:ext cx="4015792" cy="3344862"/>
          </a:xfrm>
          <a:noFill/>
          <a:ln w="15875">
            <a:solidFill>
              <a:srgbClr val="E20074"/>
            </a:solidFill>
          </a:ln>
        </p:spPr>
        <p:txBody>
          <a:bodyPr lIns="182880" tIns="182880">
            <a:noAutofit/>
          </a:bodyPr>
          <a:lstStyle>
            <a:lvl1pPr>
              <a:buClrTx/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1pPr>
            <a:lvl2pPr>
              <a:buClrTx/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239B3CC-C006-A34E-9873-24C8AC4A754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11251" y="2703700"/>
            <a:ext cx="4015792" cy="3344862"/>
          </a:xfrm>
          <a:noFill/>
          <a:ln w="15875">
            <a:solidFill>
              <a:srgbClr val="E20074"/>
            </a:solidFill>
          </a:ln>
        </p:spPr>
        <p:txBody>
          <a:bodyPr lIns="182880" tIns="182880">
            <a:noAutofit/>
          </a:bodyPr>
          <a:lstStyle>
            <a:lvl1pPr>
              <a:buClrTx/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1pPr>
            <a:lvl2pPr>
              <a:buClrTx/>
              <a:defRPr sz="1400" b="0" i="0">
                <a:solidFill>
                  <a:srgbClr val="252628"/>
                </a:solidFill>
                <a:latin typeface="Bai Jamjuree Light" pitchFamily="2" charset="-34"/>
                <a:cs typeface="Bai Jamjuree Light" pitchFamily="2" charset="-34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C93BDA7-405A-966C-3382-72FA89081E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993" y="6468464"/>
            <a:ext cx="218032" cy="237791"/>
          </a:xfrm>
          <a:prstGeom prst="rect">
            <a:avLst/>
          </a:prstGeom>
        </p:spPr>
      </p:pic>
      <p:pic>
        <p:nvPicPr>
          <p:cNvPr id="3" name="Graphic 6">
            <a:extLst>
              <a:ext uri="{FF2B5EF4-FFF2-40B4-BE49-F238E27FC236}">
                <a16:creationId xmlns:a16="http://schemas.microsoft.com/office/drawing/2014/main" id="{E16455CC-0180-C567-9A29-4C8FE22F75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633" y="6448833"/>
            <a:ext cx="885324" cy="27611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A7EEF2-21D3-0671-98A5-B9B712156F83}"/>
              </a:ext>
            </a:extLst>
          </p:cNvPr>
          <p:cNvCxnSpPr/>
          <p:nvPr userDrawn="1"/>
        </p:nvCxnSpPr>
        <p:spPr>
          <a:xfrm>
            <a:off x="554021" y="6426073"/>
            <a:ext cx="0" cy="342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532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harts-Graphs_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3CF12D4-A5C3-CC38-171C-9138068B62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CF12D4-A5C3-CC38-171C-9138068B62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5C007E6-4DBB-EE44-A2B3-02A9191DFBE5}"/>
              </a:ext>
            </a:extLst>
          </p:cNvPr>
          <p:cNvSpPr txBox="1">
            <a:spLocks/>
          </p:cNvSpPr>
          <p:nvPr userDrawn="1"/>
        </p:nvSpPr>
        <p:spPr>
          <a:xfrm>
            <a:off x="78954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rgbClr val="E20074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rgbClr val="E20074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11" name="Title 23">
            <a:extLst>
              <a:ext uri="{FF2B5EF4-FFF2-40B4-BE49-F238E27FC236}">
                <a16:creationId xmlns:a16="http://schemas.microsoft.com/office/drawing/2014/main" id="{1A08C073-C5FF-814D-8FD7-DEAFD0B20A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9490" y="143525"/>
            <a:ext cx="10943223" cy="494047"/>
          </a:xfrm>
          <a:prstGeom prst="rect">
            <a:avLst/>
          </a:prstGeom>
        </p:spPr>
        <p:txBody>
          <a:bodyPr vert="horz" wrap="square" lIns="0" anchor="t" anchorCtr="0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1359FFE-8DB3-E04B-B8FC-096C251D0037}"/>
              </a:ext>
            </a:extLst>
          </p:cNvPr>
          <p:cNvGrpSpPr/>
          <p:nvPr userDrawn="1"/>
        </p:nvGrpSpPr>
        <p:grpSpPr>
          <a:xfrm>
            <a:off x="2" y="2"/>
            <a:ext cx="786983" cy="786983"/>
            <a:chOff x="0" y="0"/>
            <a:chExt cx="786983" cy="78698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FDC5FC-8B29-724C-A2E3-4E099119F564}"/>
                </a:ext>
              </a:extLst>
            </p:cNvPr>
            <p:cNvSpPr/>
            <p:nvPr userDrawn="1"/>
          </p:nvSpPr>
          <p:spPr>
            <a:xfrm>
              <a:off x="0" y="0"/>
              <a:ext cx="786983" cy="7869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spc="300">
                <a:latin typeface="linea-basic-10" charset="0"/>
                <a:ea typeface="linea-basic-10" charset="0"/>
                <a:cs typeface="linea-basic-10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208D8E3-3267-2E4C-8456-BA3A9B2A92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94028" y="155747"/>
              <a:ext cx="398926" cy="4754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6766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2">
    <p:bg>
      <p:bgPr>
        <a:solidFill>
          <a:srgbClr val="F1F1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4C1E10F-6FB3-4901-B9EC-2D57ABB8C0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58648" y="739618"/>
            <a:ext cx="1152746" cy="5161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DF1BB-F4CA-640C-2D69-F1D6354841C4}"/>
              </a:ext>
            </a:extLst>
          </p:cNvPr>
          <p:cNvSpPr txBox="1"/>
          <p:nvPr userDrawn="1"/>
        </p:nvSpPr>
        <p:spPr>
          <a:xfrm>
            <a:off x="342737" y="6161435"/>
            <a:ext cx="6099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AF9ABA86-0794-FE4B-B8F9-177F634B1549}" type="slidenum">
              <a:rPr lang="en-US" sz="1100" smtClean="0">
                <a:latin typeface="+mj-lt"/>
              </a:rPr>
              <a:pPr algn="ctr"/>
              <a:t>‹#›</a:t>
            </a:fld>
            <a:endParaRPr lang="en-US" sz="1100"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C7380F-553B-7C99-25B1-3A52D7BC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447799" y="2468880"/>
            <a:ext cx="4191000" cy="2590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2680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77EFE61-7E38-B240-8B05-A454D15190CE}"/>
              </a:ext>
            </a:extLst>
          </p:cNvPr>
          <p:cNvSpPr/>
          <p:nvPr userDrawn="1"/>
        </p:nvSpPr>
        <p:spPr>
          <a:xfrm>
            <a:off x="0" y="0"/>
            <a:ext cx="481053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23">
            <a:extLst>
              <a:ext uri="{FF2B5EF4-FFF2-40B4-BE49-F238E27FC236}">
                <a16:creationId xmlns:a16="http://schemas.microsoft.com/office/drawing/2014/main" id="{4931CCE8-4108-B646-BD0A-E4AE386E09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1681123"/>
            <a:ext cx="3462823" cy="899477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2BA001F-CC22-3F49-B9E4-6B923C39871A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47" name="Subtext">
            <a:extLst>
              <a:ext uri="{FF2B5EF4-FFF2-40B4-BE49-F238E27FC236}">
                <a16:creationId xmlns:a16="http://schemas.microsoft.com/office/drawing/2014/main" id="{B2F1C238-80DA-92D9-129F-D68BF702019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-985112" y="4829308"/>
            <a:ext cx="2816585" cy="222497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1000" b="1" kern="1200" spc="300" dirty="0">
                <a:solidFill>
                  <a:schemeClr val="bg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99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BFF4C0A8-A1B3-7141-BE11-4E7431FDFBAA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bg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bg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F9ABD725-11B8-E945-8CD4-EAA1980612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1855" y="2979261"/>
            <a:ext cx="10254416" cy="899477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2263155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0DE9C7-EE86-4BA2-ABA7-0D5372685592}"/>
              </a:ext>
            </a:extLst>
          </p:cNvPr>
          <p:cNvSpPr/>
          <p:nvPr userDrawn="1"/>
        </p:nvSpPr>
        <p:spPr>
          <a:xfrm>
            <a:off x="0" y="0"/>
            <a:ext cx="4740876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9CD1D9C-F3BD-8B72-63B8-D08ED8D73F10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5" name="Subtext">
            <a:extLst>
              <a:ext uri="{FF2B5EF4-FFF2-40B4-BE49-F238E27FC236}">
                <a16:creationId xmlns:a16="http://schemas.microsoft.com/office/drawing/2014/main" id="{7A1E9250-1267-0324-A324-EEC10F79139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6" name="Title 23">
            <a:extLst>
              <a:ext uri="{FF2B5EF4-FFF2-40B4-BE49-F238E27FC236}">
                <a16:creationId xmlns:a16="http://schemas.microsoft.com/office/drawing/2014/main" id="{9B894E98-86FB-7225-2DE0-62E80AC28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2" y="786983"/>
            <a:ext cx="3570718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ubtext">
            <a:extLst>
              <a:ext uri="{FF2B5EF4-FFF2-40B4-BE49-F238E27FC236}">
                <a16:creationId xmlns:a16="http://schemas.microsoft.com/office/drawing/2014/main" id="{D880DAF3-C752-354C-A1DC-E471DFCB75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8331" y="1529988"/>
            <a:ext cx="3577861" cy="27456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8606F311-722B-CD57-2093-4EC7956A4EAC}"/>
              </a:ext>
            </a:extLst>
          </p:cNvPr>
          <p:cNvSpPr txBox="1">
            <a:spLocks/>
          </p:cNvSpPr>
          <p:nvPr userDrawn="1"/>
        </p:nvSpPr>
        <p:spPr>
          <a:xfrm>
            <a:off x="980348" y="5608055"/>
            <a:ext cx="1380724" cy="295722"/>
          </a:xfrm>
          <a:prstGeom prst="rect">
            <a:avLst/>
          </a:prstGeom>
        </p:spPr>
        <p:txBody>
          <a:bodyPr vert="horz" lIns="0" tIns="45720" rIns="91440" bIns="45720" numCol="1" rtlCol="0">
            <a:noAutofit/>
          </a:bodyPr>
          <a:lstStyle>
            <a:lvl1pPr marL="134938" indent="-1349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1pPr>
            <a:lvl2pPr marL="301625" indent="-1508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2pPr>
            <a:lvl3pPr marL="468313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3pPr>
            <a:lvl4pPr marL="649288" indent="-158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4pPr>
            <a:lvl5pPr marL="815975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 b="1" u="none">
                <a:solidFill>
                  <a:schemeClr val="accent1"/>
                </a:solidFill>
                <a:latin typeface="+mj-lt"/>
              </a:rPr>
              <a:t>BENCHMARKS</a:t>
            </a:r>
            <a:endParaRPr lang="en-US" sz="1000">
              <a:latin typeface="TeleNeo" panose="020B0504040202090203" pitchFamily="34" charset="77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7B0D09B-BC36-57E2-1B97-17C1CB05729B}"/>
              </a:ext>
            </a:extLst>
          </p:cNvPr>
          <p:cNvSpPr txBox="1">
            <a:spLocks/>
          </p:cNvSpPr>
          <p:nvPr userDrawn="1"/>
        </p:nvSpPr>
        <p:spPr>
          <a:xfrm>
            <a:off x="2213965" y="5615845"/>
            <a:ext cx="1624101" cy="370528"/>
          </a:xfrm>
          <a:prstGeom prst="rect">
            <a:avLst/>
          </a:prstGeom>
        </p:spPr>
        <p:txBody>
          <a:bodyPr vert="horz" lIns="0" tIns="45720" rIns="91440" bIns="45720" numCol="1" rtlCol="0">
            <a:noAutofit/>
          </a:bodyPr>
          <a:lstStyle>
            <a:lvl1pPr marL="134938" indent="-1349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1pPr>
            <a:lvl2pPr marL="301625" indent="-1508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2pPr>
            <a:lvl3pPr marL="468313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3pPr>
            <a:lvl4pPr marL="649288" indent="-158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4pPr>
            <a:lvl5pPr marL="815975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 b="1" u="none">
                <a:solidFill>
                  <a:schemeClr val="accent1"/>
                </a:solidFill>
                <a:latin typeface="+mj-lt"/>
              </a:rPr>
              <a:t>CAMPAIGN DETAIL</a:t>
            </a:r>
            <a:endParaRPr lang="en-US" sz="1000">
              <a:latin typeface="TeleNeo" panose="020B0504040202090203" pitchFamily="34" charset="77"/>
            </a:endParaRP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05228F25-19A4-F396-21CF-283ED138AAB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90599" y="5801607"/>
            <a:ext cx="1143866" cy="8048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="0">
                <a:latin typeface="+mn-lt"/>
              </a:defRPr>
            </a:lvl1pPr>
            <a:lvl2pPr marL="457200" indent="0">
              <a:buFontTx/>
              <a:buNone/>
              <a:defRPr sz="1000">
                <a:latin typeface="+mn-lt"/>
              </a:defRPr>
            </a:lvl2pPr>
            <a:lvl3pPr marL="914400" indent="0">
              <a:buFontTx/>
              <a:buNone/>
              <a:defRPr sz="1000">
                <a:latin typeface="+mn-lt"/>
              </a:defRPr>
            </a:lvl3pPr>
            <a:lvl4pPr marL="1371600" indent="0">
              <a:buFontTx/>
              <a:buNone/>
              <a:defRPr sz="1000">
                <a:latin typeface="+mn-lt"/>
              </a:defRPr>
            </a:lvl4pPr>
            <a:lvl5pPr marL="1828800" indent="0">
              <a:buFontTx/>
              <a:buNone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C459EBCA-B9F9-3CFD-9141-606F7EAA8D8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24215" y="5805930"/>
            <a:ext cx="1713851" cy="8048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="0">
                <a:latin typeface="+mn-lt"/>
              </a:defRPr>
            </a:lvl1pPr>
            <a:lvl2pPr marL="457200" indent="0">
              <a:buFontTx/>
              <a:buNone/>
              <a:defRPr sz="1000">
                <a:latin typeface="+mn-lt"/>
              </a:defRPr>
            </a:lvl2pPr>
            <a:lvl3pPr marL="914400" indent="0">
              <a:buFontTx/>
              <a:buNone/>
              <a:defRPr sz="1000">
                <a:latin typeface="+mn-lt"/>
              </a:defRPr>
            </a:lvl3pPr>
            <a:lvl4pPr marL="1371600" indent="0">
              <a:buFontTx/>
              <a:buNone/>
              <a:defRPr sz="1000">
                <a:latin typeface="+mn-lt"/>
              </a:defRPr>
            </a:lvl4pPr>
            <a:lvl5pPr marL="1828800" indent="0">
              <a:buFontTx/>
              <a:buNone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DE69DA04-0A82-7A2B-CB97-D07DD88EDEA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9958" y="1928178"/>
            <a:ext cx="3677486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EEA386CA-0CA0-BD97-6856-0217406CC90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29958" y="3143669"/>
            <a:ext cx="3677486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95B1E772-EBE9-5BE9-AAD3-4070EBF88C7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29958" y="4359160"/>
            <a:ext cx="3677486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718470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-Bench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2F4DB4-8F65-51EC-BD1A-726E41E007EB}"/>
              </a:ext>
            </a:extLst>
          </p:cNvPr>
          <p:cNvSpPr/>
          <p:nvPr userDrawn="1"/>
        </p:nvSpPr>
        <p:spPr>
          <a:xfrm>
            <a:off x="0" y="0"/>
            <a:ext cx="4740876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F8E1DCD-060A-47BB-78A2-BF9A0EA6C64E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17" name="Subtext">
            <a:extLst>
              <a:ext uri="{FF2B5EF4-FFF2-40B4-BE49-F238E27FC236}">
                <a16:creationId xmlns:a16="http://schemas.microsoft.com/office/drawing/2014/main" id="{C65370A4-D258-3D50-A429-56FE990C213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18" name="Title 23">
            <a:extLst>
              <a:ext uri="{FF2B5EF4-FFF2-40B4-BE49-F238E27FC236}">
                <a16:creationId xmlns:a16="http://schemas.microsoft.com/office/drawing/2014/main" id="{44B6F06A-53A2-8BE8-5052-36C44A68F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2" y="786983"/>
            <a:ext cx="3570718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ubtext">
            <a:extLst>
              <a:ext uri="{FF2B5EF4-FFF2-40B4-BE49-F238E27FC236}">
                <a16:creationId xmlns:a16="http://schemas.microsoft.com/office/drawing/2014/main" id="{A148937F-CE75-0BBD-CBC5-A4B31FA0C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8331" y="1529988"/>
            <a:ext cx="3577861" cy="27456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97906F65-300D-A792-23DF-A7C705788F8A}"/>
              </a:ext>
            </a:extLst>
          </p:cNvPr>
          <p:cNvSpPr txBox="1">
            <a:spLocks/>
          </p:cNvSpPr>
          <p:nvPr userDrawn="1"/>
        </p:nvSpPr>
        <p:spPr>
          <a:xfrm>
            <a:off x="980348" y="5608055"/>
            <a:ext cx="1380724" cy="295722"/>
          </a:xfrm>
          <a:prstGeom prst="rect">
            <a:avLst/>
          </a:prstGeom>
        </p:spPr>
        <p:txBody>
          <a:bodyPr vert="horz" lIns="0" tIns="45720" rIns="91440" bIns="45720" numCol="1" rtlCol="0">
            <a:noAutofit/>
          </a:bodyPr>
          <a:lstStyle>
            <a:lvl1pPr marL="134938" indent="-1349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1pPr>
            <a:lvl2pPr marL="301625" indent="-1508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2pPr>
            <a:lvl3pPr marL="468313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3pPr>
            <a:lvl4pPr marL="649288" indent="-158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4pPr>
            <a:lvl5pPr marL="815975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 b="1" u="none">
                <a:solidFill>
                  <a:schemeClr val="accent1"/>
                </a:solidFill>
                <a:latin typeface="+mj-lt"/>
              </a:rPr>
              <a:t>BENCHMARKS</a:t>
            </a:r>
            <a:endParaRPr lang="en-US" sz="1000">
              <a:latin typeface="TeleNeo" panose="020B0504040202090203" pitchFamily="34" charset="77"/>
            </a:endParaRPr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B6BF24A8-4D7F-F482-4979-84583A00C1BA}"/>
              </a:ext>
            </a:extLst>
          </p:cNvPr>
          <p:cNvSpPr txBox="1">
            <a:spLocks/>
          </p:cNvSpPr>
          <p:nvPr userDrawn="1"/>
        </p:nvSpPr>
        <p:spPr>
          <a:xfrm>
            <a:off x="2213965" y="5615845"/>
            <a:ext cx="1624101" cy="370528"/>
          </a:xfrm>
          <a:prstGeom prst="rect">
            <a:avLst/>
          </a:prstGeom>
        </p:spPr>
        <p:txBody>
          <a:bodyPr vert="horz" lIns="0" tIns="45720" rIns="91440" bIns="45720" numCol="1" rtlCol="0">
            <a:noAutofit/>
          </a:bodyPr>
          <a:lstStyle>
            <a:lvl1pPr marL="134938" indent="-1349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1pPr>
            <a:lvl2pPr marL="301625" indent="-1508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2pPr>
            <a:lvl3pPr marL="468313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3pPr>
            <a:lvl4pPr marL="649288" indent="-158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4pPr>
            <a:lvl5pPr marL="815975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 b="1" u="none">
                <a:solidFill>
                  <a:schemeClr val="accent1"/>
                </a:solidFill>
                <a:latin typeface="+mj-lt"/>
              </a:rPr>
              <a:t>CAMPAIGN DETAIL</a:t>
            </a:r>
            <a:endParaRPr lang="en-US" sz="1000">
              <a:latin typeface="TeleNeo" panose="020B0504040202090203" pitchFamily="34" charset="77"/>
            </a:endParaRP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A5681587-9818-4469-4B90-7736CD37166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90599" y="5801607"/>
            <a:ext cx="1143866" cy="8048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="0">
                <a:latin typeface="+mn-lt"/>
              </a:defRPr>
            </a:lvl1pPr>
            <a:lvl2pPr marL="457200" indent="0">
              <a:buFontTx/>
              <a:buNone/>
              <a:defRPr sz="1000">
                <a:latin typeface="+mn-lt"/>
              </a:defRPr>
            </a:lvl2pPr>
            <a:lvl3pPr marL="914400" indent="0">
              <a:buFontTx/>
              <a:buNone/>
              <a:defRPr sz="1000">
                <a:latin typeface="+mn-lt"/>
              </a:defRPr>
            </a:lvl3pPr>
            <a:lvl4pPr marL="1371600" indent="0">
              <a:buFontTx/>
              <a:buNone/>
              <a:defRPr sz="1000">
                <a:latin typeface="+mn-lt"/>
              </a:defRPr>
            </a:lvl4pPr>
            <a:lvl5pPr marL="1828800" indent="0">
              <a:buFontTx/>
              <a:buNone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4">
            <a:extLst>
              <a:ext uri="{FF2B5EF4-FFF2-40B4-BE49-F238E27FC236}">
                <a16:creationId xmlns:a16="http://schemas.microsoft.com/office/drawing/2014/main" id="{5D6276D0-76B8-B0E7-A1B1-334B35F356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124215" y="5805930"/>
            <a:ext cx="1713851" cy="8048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="0">
                <a:latin typeface="+mn-lt"/>
              </a:defRPr>
            </a:lvl1pPr>
            <a:lvl2pPr marL="457200" indent="0">
              <a:buFontTx/>
              <a:buNone/>
              <a:defRPr sz="1000">
                <a:latin typeface="+mn-lt"/>
              </a:defRPr>
            </a:lvl2pPr>
            <a:lvl3pPr marL="914400" indent="0">
              <a:buFontTx/>
              <a:buNone/>
              <a:defRPr sz="1000">
                <a:latin typeface="+mn-lt"/>
              </a:defRPr>
            </a:lvl3pPr>
            <a:lvl4pPr marL="1371600" indent="0">
              <a:buFontTx/>
              <a:buNone/>
              <a:defRPr sz="1000">
                <a:latin typeface="+mn-lt"/>
              </a:defRPr>
            </a:lvl4pPr>
            <a:lvl5pPr marL="1828800" indent="0">
              <a:buFontTx/>
              <a:buNone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8C1DD37E-95D5-3A80-48BF-B42B78051F3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9958" y="1928178"/>
            <a:ext cx="3677486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F67ADA3D-987F-021D-E6BC-31A12097BC6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29958" y="3143669"/>
            <a:ext cx="3677486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944208CC-F2C8-EB09-AE23-82AE64BC4D0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29958" y="4359160"/>
            <a:ext cx="3677486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916617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-thin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9E26F17-2293-E0C9-DD12-7C85F4D74524}"/>
              </a:ext>
            </a:extLst>
          </p:cNvPr>
          <p:cNvSpPr/>
          <p:nvPr userDrawn="1"/>
        </p:nvSpPr>
        <p:spPr>
          <a:xfrm>
            <a:off x="0" y="0"/>
            <a:ext cx="3917018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34F6D69-5EEC-574E-6137-0FF81B89D823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29" name="Title 23">
            <a:extLst>
              <a:ext uri="{FF2B5EF4-FFF2-40B4-BE49-F238E27FC236}">
                <a16:creationId xmlns:a16="http://schemas.microsoft.com/office/drawing/2014/main" id="{9E67884B-FCE5-DB36-B726-17960574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2" y="786983"/>
            <a:ext cx="2749986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Subtext">
            <a:extLst>
              <a:ext uri="{FF2B5EF4-FFF2-40B4-BE49-F238E27FC236}">
                <a16:creationId xmlns:a16="http://schemas.microsoft.com/office/drawing/2014/main" id="{E12B5898-4B24-8A16-F787-2D727C48DC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8332" y="1529988"/>
            <a:ext cx="2749986" cy="27456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31" name="Subtext">
            <a:extLst>
              <a:ext uri="{FF2B5EF4-FFF2-40B4-BE49-F238E27FC236}">
                <a16:creationId xmlns:a16="http://schemas.microsoft.com/office/drawing/2014/main" id="{2EC65E53-A5F8-F022-785D-2F84A9D3237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CC10CA78-BE3A-D247-880B-3B0DC92350E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9958" y="1928178"/>
            <a:ext cx="2818360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47259E98-49BA-EEF8-B945-6C0D43AD7E8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29958" y="3143669"/>
            <a:ext cx="2818360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34C0A7B5-2BB5-950A-C129-22E5E42EA57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9958" y="4359160"/>
            <a:ext cx="2818360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00476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-Benchmarks-thin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9F3EE4D-60DC-E0D3-5E76-DFF5478832E0}"/>
              </a:ext>
            </a:extLst>
          </p:cNvPr>
          <p:cNvSpPr/>
          <p:nvPr userDrawn="1"/>
        </p:nvSpPr>
        <p:spPr>
          <a:xfrm>
            <a:off x="0" y="0"/>
            <a:ext cx="3917018" cy="685800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F27DFB11-001A-926C-D79F-4CD527199DDC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29" name="Title 23">
            <a:extLst>
              <a:ext uri="{FF2B5EF4-FFF2-40B4-BE49-F238E27FC236}">
                <a16:creationId xmlns:a16="http://schemas.microsoft.com/office/drawing/2014/main" id="{465ECA13-A64F-D6CA-E52A-A8C83F4B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2" y="786983"/>
            <a:ext cx="2749986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Subtext">
            <a:extLst>
              <a:ext uri="{FF2B5EF4-FFF2-40B4-BE49-F238E27FC236}">
                <a16:creationId xmlns:a16="http://schemas.microsoft.com/office/drawing/2014/main" id="{776092AD-FD92-E5F3-ADDD-54C46DB615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98332" y="1529988"/>
            <a:ext cx="2749986" cy="27456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31" name="Subtext">
            <a:extLst>
              <a:ext uri="{FF2B5EF4-FFF2-40B4-BE49-F238E27FC236}">
                <a16:creationId xmlns:a16="http://schemas.microsoft.com/office/drawing/2014/main" id="{F151869F-A0C0-F99D-03C5-572D2A746AE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32" name="Content Placeholder 1">
            <a:extLst>
              <a:ext uri="{FF2B5EF4-FFF2-40B4-BE49-F238E27FC236}">
                <a16:creationId xmlns:a16="http://schemas.microsoft.com/office/drawing/2014/main" id="{93F9E114-B4FB-D8E8-A0C1-8136AC3174E4}"/>
              </a:ext>
            </a:extLst>
          </p:cNvPr>
          <p:cNvSpPr txBox="1">
            <a:spLocks/>
          </p:cNvSpPr>
          <p:nvPr userDrawn="1"/>
        </p:nvSpPr>
        <p:spPr>
          <a:xfrm>
            <a:off x="980348" y="5608055"/>
            <a:ext cx="1380724" cy="295722"/>
          </a:xfrm>
          <a:prstGeom prst="rect">
            <a:avLst/>
          </a:prstGeom>
        </p:spPr>
        <p:txBody>
          <a:bodyPr vert="horz" lIns="0" tIns="45720" rIns="91440" bIns="45720" numCol="1" rtlCol="0">
            <a:noAutofit/>
          </a:bodyPr>
          <a:lstStyle>
            <a:lvl1pPr marL="134938" indent="-1349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1pPr>
            <a:lvl2pPr marL="301625" indent="-1508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2pPr>
            <a:lvl3pPr marL="468313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3pPr>
            <a:lvl4pPr marL="649288" indent="-158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4pPr>
            <a:lvl5pPr marL="815975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 b="1" u="none">
                <a:solidFill>
                  <a:schemeClr val="accent1"/>
                </a:solidFill>
                <a:latin typeface="+mj-lt"/>
              </a:rPr>
              <a:t>BENCHMARKS</a:t>
            </a:r>
            <a:endParaRPr lang="en-US" sz="1000">
              <a:latin typeface="TeleNeo" panose="020B0504040202090203" pitchFamily="34" charset="77"/>
            </a:endParaRPr>
          </a:p>
        </p:txBody>
      </p:sp>
      <p:sp>
        <p:nvSpPr>
          <p:cNvPr id="33" name="Content Placeholder 1">
            <a:extLst>
              <a:ext uri="{FF2B5EF4-FFF2-40B4-BE49-F238E27FC236}">
                <a16:creationId xmlns:a16="http://schemas.microsoft.com/office/drawing/2014/main" id="{B14C4255-A863-6BD9-4869-4BC5D8569BCA}"/>
              </a:ext>
            </a:extLst>
          </p:cNvPr>
          <p:cNvSpPr txBox="1">
            <a:spLocks/>
          </p:cNvSpPr>
          <p:nvPr userDrawn="1"/>
        </p:nvSpPr>
        <p:spPr>
          <a:xfrm>
            <a:off x="2213965" y="5615845"/>
            <a:ext cx="1624101" cy="370528"/>
          </a:xfrm>
          <a:prstGeom prst="rect">
            <a:avLst/>
          </a:prstGeom>
        </p:spPr>
        <p:txBody>
          <a:bodyPr vert="horz" lIns="0" tIns="45720" rIns="91440" bIns="45720" numCol="1" rtlCol="0">
            <a:noAutofit/>
          </a:bodyPr>
          <a:lstStyle>
            <a:lvl1pPr marL="134938" indent="-1349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1pPr>
            <a:lvl2pPr marL="301625" indent="-15081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2pPr>
            <a:lvl3pPr marL="468313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3pPr>
            <a:lvl4pPr marL="649288" indent="-158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4pPr>
            <a:lvl5pPr marL="815975" indent="-144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Tele-GroteskNor" pitchFamily="2" charset="0"/>
                <a:ea typeface="Roboto Light" pitchFamily="2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000" b="1" u="none">
                <a:solidFill>
                  <a:schemeClr val="accent1"/>
                </a:solidFill>
                <a:latin typeface="+mj-lt"/>
              </a:rPr>
              <a:t>CAMPAIGN DETAIL</a:t>
            </a:r>
            <a:endParaRPr lang="en-US" sz="1000">
              <a:latin typeface="TeleNeo" panose="020B0504040202090203" pitchFamily="34" charset="77"/>
            </a:endParaRP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ACAE0C67-7397-5A9B-F017-1292E40D896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90599" y="5801607"/>
            <a:ext cx="1143866" cy="8048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="0">
                <a:latin typeface="+mn-lt"/>
              </a:defRPr>
            </a:lvl1pPr>
            <a:lvl2pPr marL="457200" indent="0">
              <a:buFontTx/>
              <a:buNone/>
              <a:defRPr sz="1000">
                <a:latin typeface="+mn-lt"/>
              </a:defRPr>
            </a:lvl2pPr>
            <a:lvl3pPr marL="914400" indent="0">
              <a:buFontTx/>
              <a:buNone/>
              <a:defRPr sz="1000">
                <a:latin typeface="+mn-lt"/>
              </a:defRPr>
            </a:lvl3pPr>
            <a:lvl4pPr marL="1371600" indent="0">
              <a:buFontTx/>
              <a:buNone/>
              <a:defRPr sz="1000">
                <a:latin typeface="+mn-lt"/>
              </a:defRPr>
            </a:lvl4pPr>
            <a:lvl5pPr marL="1828800" indent="0">
              <a:buFontTx/>
              <a:buNone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E311E608-6C66-D551-EA24-3E141F13238E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124216" y="5805930"/>
            <a:ext cx="1624102" cy="80486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 b="0">
                <a:latin typeface="+mn-lt"/>
              </a:defRPr>
            </a:lvl1pPr>
            <a:lvl2pPr marL="457200" indent="0">
              <a:buFontTx/>
              <a:buNone/>
              <a:defRPr sz="1000">
                <a:latin typeface="+mn-lt"/>
              </a:defRPr>
            </a:lvl2pPr>
            <a:lvl3pPr marL="914400" indent="0">
              <a:buFontTx/>
              <a:buNone/>
              <a:defRPr sz="1000">
                <a:latin typeface="+mn-lt"/>
              </a:defRPr>
            </a:lvl3pPr>
            <a:lvl4pPr marL="1371600" indent="0">
              <a:buFontTx/>
              <a:buNone/>
              <a:defRPr sz="1000">
                <a:latin typeface="+mn-lt"/>
              </a:defRPr>
            </a:lvl4pPr>
            <a:lvl5pPr marL="1828800" indent="0">
              <a:buFontTx/>
              <a:buNone/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78EE085E-05E7-4367-71E5-573BF169D9C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9958" y="1928178"/>
            <a:ext cx="2818360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953240AF-0C8B-21E7-978B-10228C24E29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29958" y="3143669"/>
            <a:ext cx="2818360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19">
            <a:extLst>
              <a:ext uri="{FF2B5EF4-FFF2-40B4-BE49-F238E27FC236}">
                <a16:creationId xmlns:a16="http://schemas.microsoft.com/office/drawing/2014/main" id="{E2DB32ED-A29E-9787-75EF-8439E4F2F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9958" y="4359160"/>
            <a:ext cx="2818360" cy="1097518"/>
          </a:xfrm>
          <a:prstGeom prst="rect">
            <a:avLst/>
          </a:prstGeom>
        </p:spPr>
        <p:txBody>
          <a:bodyPr/>
          <a:lstStyle>
            <a:lvl1pPr marL="6350" indent="0">
              <a:buFontTx/>
              <a:buNone/>
              <a:tabLst/>
              <a:defRPr sz="1200">
                <a:latin typeface="+mn-lt"/>
              </a:defRPr>
            </a:lvl1pPr>
            <a:lvl2pPr marL="6350" indent="0">
              <a:buFontTx/>
              <a:buNone/>
              <a:tabLst/>
              <a:defRPr sz="1200" b="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868643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Horizontal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C515B59-CEEF-D1D0-69F3-529872FD67FC}"/>
              </a:ext>
            </a:extLst>
          </p:cNvPr>
          <p:cNvSpPr/>
          <p:nvPr userDrawn="1"/>
        </p:nvSpPr>
        <p:spPr>
          <a:xfrm>
            <a:off x="0" y="0"/>
            <a:ext cx="12192000" cy="257609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E0EA03-33B8-515F-E9A9-4E5837CE00AB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8" name="Title 23">
            <a:extLst>
              <a:ext uri="{FF2B5EF4-FFF2-40B4-BE49-F238E27FC236}">
                <a16:creationId xmlns:a16="http://schemas.microsoft.com/office/drawing/2014/main" id="{94C4D53A-329E-13AD-C1F8-86A81BC6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1" y="786983"/>
            <a:ext cx="10195337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ubtext">
            <a:extLst>
              <a:ext uri="{FF2B5EF4-FFF2-40B4-BE49-F238E27FC236}">
                <a16:creationId xmlns:a16="http://schemas.microsoft.com/office/drawing/2014/main" id="{30995445-651B-DCFF-488B-D261BC86C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8331" y="1529988"/>
            <a:ext cx="3554243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+mj-lt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F1991C-44F6-8155-A4F1-24721B80D5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56" y="1816194"/>
            <a:ext cx="10228288" cy="74300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</p:txBody>
      </p:sp>
      <p:sp>
        <p:nvSpPr>
          <p:cNvPr id="11" name="Subtext">
            <a:extLst>
              <a:ext uri="{FF2B5EF4-FFF2-40B4-BE49-F238E27FC236}">
                <a16:creationId xmlns:a16="http://schemas.microsoft.com/office/drawing/2014/main" id="{3641C842-A26A-F188-6E2B-9ADFE1D6B7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644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Horizontal_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C515B59-CEEF-D1D0-69F3-529872FD67FC}"/>
              </a:ext>
            </a:extLst>
          </p:cNvPr>
          <p:cNvSpPr/>
          <p:nvPr userDrawn="1"/>
        </p:nvSpPr>
        <p:spPr>
          <a:xfrm>
            <a:off x="0" y="0"/>
            <a:ext cx="12192000" cy="257609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86872-29CC-ABC1-D4EC-7BEDC49B6B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0600" y="2730674"/>
            <a:ext cx="10219543" cy="37354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E0EA03-33B8-515F-E9A9-4E5837CE00AB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8" name="Title 23">
            <a:extLst>
              <a:ext uri="{FF2B5EF4-FFF2-40B4-BE49-F238E27FC236}">
                <a16:creationId xmlns:a16="http://schemas.microsoft.com/office/drawing/2014/main" id="{94C4D53A-329E-13AD-C1F8-86A81BC6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1" y="786983"/>
            <a:ext cx="10195337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ubtext">
            <a:extLst>
              <a:ext uri="{FF2B5EF4-FFF2-40B4-BE49-F238E27FC236}">
                <a16:creationId xmlns:a16="http://schemas.microsoft.com/office/drawing/2014/main" id="{30995445-651B-DCFF-488B-D261BC86C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8331" y="1529988"/>
            <a:ext cx="3554243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+mj-lt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F1991C-44F6-8155-A4F1-24721B80D5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56" y="1816194"/>
            <a:ext cx="10228288" cy="74300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</p:txBody>
      </p:sp>
      <p:sp>
        <p:nvSpPr>
          <p:cNvPr id="11" name="Subtext">
            <a:extLst>
              <a:ext uri="{FF2B5EF4-FFF2-40B4-BE49-F238E27FC236}">
                <a16:creationId xmlns:a16="http://schemas.microsoft.com/office/drawing/2014/main" id="{3641C842-A26A-F188-6E2B-9ADFE1D6B7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60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Horizontal_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C515B59-CEEF-D1D0-69F3-529872FD67FC}"/>
              </a:ext>
            </a:extLst>
          </p:cNvPr>
          <p:cNvSpPr/>
          <p:nvPr userDrawn="1"/>
        </p:nvSpPr>
        <p:spPr>
          <a:xfrm>
            <a:off x="0" y="0"/>
            <a:ext cx="12192000" cy="2576090"/>
          </a:xfrm>
          <a:prstGeom prst="rect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8835FC6-32A3-E300-87CD-7691F75856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61918" y="2730674"/>
            <a:ext cx="4848226" cy="37354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86872-29CC-ABC1-D4EC-7BEDC49B6B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0601" y="2730674"/>
            <a:ext cx="4848226" cy="373540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anchor="ctr"/>
          <a:lstStyle>
            <a:lvl1pPr marL="0" indent="0" algn="ctr">
              <a:buNone/>
              <a:defRPr sz="1600" b="0" i="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r>
              <a:rPr lang="en-US"/>
              <a:t>Drag &amp; Drop Image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AE0EA03-33B8-515F-E9A9-4E5837CE00AB}"/>
              </a:ext>
            </a:extLst>
          </p:cNvPr>
          <p:cNvSpPr txBox="1">
            <a:spLocks/>
          </p:cNvSpPr>
          <p:nvPr userDrawn="1"/>
        </p:nvSpPr>
        <p:spPr>
          <a:xfrm>
            <a:off x="78952" y="6361009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+mj-lt"/>
                <a:ea typeface="Bebas Neue Bold" charset="0"/>
                <a:cs typeface="Bebas Neue Bold" charset="0"/>
              </a:rPr>
              <a:pPr algn="ctr"/>
              <a:t>‹#›</a:t>
            </a:fld>
            <a:endParaRPr lang="en-US" sz="1400" b="1" i="0">
              <a:solidFill>
                <a:schemeClr val="accent1"/>
              </a:solidFill>
              <a:latin typeface="+mj-lt"/>
              <a:ea typeface="Bebas Neue Bold" charset="0"/>
              <a:cs typeface="Bebas Neue Bold" charset="0"/>
            </a:endParaRPr>
          </a:p>
        </p:txBody>
      </p:sp>
      <p:sp>
        <p:nvSpPr>
          <p:cNvPr id="8" name="Title 23">
            <a:extLst>
              <a:ext uri="{FF2B5EF4-FFF2-40B4-BE49-F238E27FC236}">
                <a16:creationId xmlns:a16="http://schemas.microsoft.com/office/drawing/2014/main" id="{94C4D53A-329E-13AD-C1F8-86A81BC6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331" y="786983"/>
            <a:ext cx="10195337" cy="743005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>
              <a:lnSpc>
                <a:spcPct val="8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ubtext">
            <a:extLst>
              <a:ext uri="{FF2B5EF4-FFF2-40B4-BE49-F238E27FC236}">
                <a16:creationId xmlns:a16="http://schemas.microsoft.com/office/drawing/2014/main" id="{30995445-651B-DCFF-488B-D261BC86C5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98331" y="1529988"/>
            <a:ext cx="3554243" cy="27462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>
              <a:buNone/>
              <a:defRPr lang="en-US" sz="1400" b="1" kern="1200" spc="0" dirty="0">
                <a:solidFill>
                  <a:schemeClr val="tx1"/>
                </a:solidFill>
                <a:latin typeface="+mj-lt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F1991C-44F6-8155-A4F1-24721B80D5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56" y="1816194"/>
            <a:ext cx="10228288" cy="74300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TeleNeo Office" panose="020B0504040202090203" pitchFamily="34" charset="77"/>
              </a:defRPr>
            </a:lvl1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75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/>
          </a:p>
        </p:txBody>
      </p:sp>
      <p:sp>
        <p:nvSpPr>
          <p:cNvPr id="11" name="Subtext">
            <a:extLst>
              <a:ext uri="{FF2B5EF4-FFF2-40B4-BE49-F238E27FC236}">
                <a16:creationId xmlns:a16="http://schemas.microsoft.com/office/drawing/2014/main" id="{3641C842-A26A-F188-6E2B-9ADFE1D6B72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 rot="16200000">
            <a:off x="-985112" y="4842292"/>
            <a:ext cx="2816585" cy="19652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marL="0" indent="0">
              <a:buNone/>
              <a:defRPr lang="en-US" sz="800" b="1" kern="1200" spc="300" dirty="0">
                <a:solidFill>
                  <a:schemeClr val="tx1"/>
                </a:solidFill>
                <a:latin typeface="TeleNeo Office ExtraBold" panose="020B0504040202090203" pitchFamily="34" charset="77"/>
                <a:ea typeface="Bebas Neue Bold" charset="0"/>
                <a:cs typeface="Bebas Neue Bold" charset="0"/>
              </a:defRPr>
            </a:lvl1pPr>
          </a:lstStyle>
          <a:p>
            <a:pPr marL="0" lvl="0" algn="l" defTabSz="914400" rtl="0" eaLnBrk="1" latinLnBrk="0" hangingPunct="1">
              <a:lnSpc>
                <a:spcPct val="8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4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428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4042" r:id="rId2"/>
    <p:sldLayoutId id="2147484106" r:id="rId3"/>
    <p:sldLayoutId id="2147484087" r:id="rId4"/>
    <p:sldLayoutId id="2147484088" r:id="rId5"/>
    <p:sldLayoutId id="2147484091" r:id="rId6"/>
    <p:sldLayoutId id="2147484093" r:id="rId7"/>
    <p:sldLayoutId id="2147484094" r:id="rId8"/>
    <p:sldLayoutId id="2147484096" r:id="rId9"/>
    <p:sldLayoutId id="2147484097" r:id="rId10"/>
    <p:sldLayoutId id="2147484098" r:id="rId11"/>
    <p:sldLayoutId id="21474841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7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52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63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03" r:id="rId2"/>
    <p:sldLayoutId id="2147484020" r:id="rId3"/>
    <p:sldLayoutId id="2147484021" r:id="rId4"/>
    <p:sldLayoutId id="2147484023" r:id="rId5"/>
    <p:sldLayoutId id="2147484022" r:id="rId6"/>
    <p:sldLayoutId id="214748400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6200" b="1" i="0" kern="12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4800" b="1" i="0" kern="1200" spc="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/>
        <a:buChar char="•"/>
        <a:tabLst/>
        <a:defRPr sz="1200" b="1" i="0" kern="1200" spc="300">
          <a:solidFill>
            <a:schemeClr val="tx1"/>
          </a:solidFill>
          <a:latin typeface="TeleNeo Office ExtraBold" panose="020B050404020209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TeleNeo Office" panose="020B050404020209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17">
          <p15:clr>
            <a:srgbClr val="F26B43"/>
          </p15:clr>
        </p15:guide>
        <p15:guide id="3" pos="4482">
          <p15:clr>
            <a:srgbClr val="F26B43"/>
          </p15:clr>
        </p15:guide>
        <p15:guide id="4" pos="7055">
          <p15:clr>
            <a:srgbClr val="F26B43"/>
          </p15:clr>
        </p15:guide>
        <p15:guide id="5" pos="1907">
          <p15:clr>
            <a:srgbClr val="F26B43"/>
          </p15:clr>
        </p15:guide>
        <p15:guide id="6" pos="3194">
          <p15:clr>
            <a:srgbClr val="F26B43"/>
          </p15:clr>
        </p15:guide>
        <p15:guide id="7" pos="57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4257F9-5538-BB75-EA2C-75204B578927}"/>
              </a:ext>
            </a:extLst>
          </p:cNvPr>
          <p:cNvSpPr/>
          <p:nvPr/>
        </p:nvSpPr>
        <p:spPr>
          <a:xfrm rot="21600000">
            <a:off x="935381" y="2970235"/>
            <a:ext cx="4466798" cy="95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5999"/>
              </a:lnSpc>
              <a:defRPr/>
            </a:pPr>
            <a:r>
              <a:rPr lang="en-US" sz="5400" b="1" i="1" dirty="0">
                <a:solidFill>
                  <a:schemeClr val="bg1"/>
                </a:solidFill>
                <a:latin typeface="TeleNeo Var ExtraBold Normal" panose="020B0004040202090203" pitchFamily="34" charset="0"/>
                <a:ea typeface="TeleNeo Var Ultra Italic" pitchFamily="34" charset="-122"/>
                <a:cs typeface="TeleNeo Var Ultra Italic" pitchFamily="34" charset="-120"/>
              </a:rPr>
              <a:t>PLACE_TEXT_TITLE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672255-69B2-0EEC-B6E2-5120BD1666BA}"/>
              </a:ext>
            </a:extLst>
          </p:cNvPr>
          <p:cNvSpPr/>
          <p:nvPr/>
        </p:nvSpPr>
        <p:spPr>
          <a:xfrm rot="21600000">
            <a:off x="935380" y="2427423"/>
            <a:ext cx="7396098" cy="44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499"/>
              </a:lnSpc>
            </a:pPr>
            <a:r>
              <a:rPr lang="en-US" sz="2000" dirty="0">
                <a:solidFill>
                  <a:srgbClr val="FFFFFF">
                    <a:alpha val="100000"/>
                  </a:srgbClr>
                </a:solidFill>
                <a:latin typeface="TeleNeo Var Thin Extended" panose="020B0004040202090203" pitchFamily="34" charset="0"/>
                <a:ea typeface="TeleNeo Var ExtraBold" pitchFamily="34" charset="-122"/>
                <a:cs typeface="TeleNeo Var ExtraBold" pitchFamily="34" charset="-120"/>
              </a:rPr>
              <a:t>Campaign Report</a:t>
            </a:r>
            <a:endParaRPr lang="en-US" sz="2000" dirty="0">
              <a:latin typeface="TeleNeo Var Thin Extended" panose="020B000404020209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DECAC-1938-B298-6C4F-B32FA2682BEB}"/>
              </a:ext>
            </a:extLst>
          </p:cNvPr>
          <p:cNvSpPr txBox="1"/>
          <p:nvPr/>
        </p:nvSpPr>
        <p:spPr>
          <a:xfrm>
            <a:off x="12408198" y="85059"/>
            <a:ext cx="14885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title name: </a:t>
            </a:r>
            <a:r>
              <a:rPr lang="en-US" sz="1050" dirty="0" err="1"/>
              <a:t>titleslide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62155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6CDA-4B03-F535-7CFF-E8809246C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7CB33DC-E96B-2BE6-C858-5431CAD104D0}"/>
              </a:ext>
            </a:extLst>
          </p:cNvPr>
          <p:cNvSpPr/>
          <p:nvPr/>
        </p:nvSpPr>
        <p:spPr>
          <a:xfrm rot="21600000">
            <a:off x="487622" y="3022653"/>
            <a:ext cx="5949919" cy="81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457109">
              <a:lnSpc>
                <a:spcPts val="5999"/>
              </a:lnSpc>
              <a:defRPr/>
            </a:pPr>
            <a:r>
              <a:rPr lang="en-US" sz="5999" b="1" i="1" dirty="0">
                <a:solidFill>
                  <a:srgbClr val="E20074"/>
                </a:solidFill>
                <a:latin typeface="TeleNeo Var ExtraBold Normal" panose="020B0004040202090203" pitchFamily="34" charset="0"/>
                <a:ea typeface="TeleNeo Var Ultra Italic" pitchFamily="34" charset="-122"/>
                <a:cs typeface="TeleNeo Var Ultra Italic" pitchFamily="34" charset="-120"/>
              </a:rPr>
              <a:t>PLACE_TEXT_TITLE</a:t>
            </a:r>
            <a:endParaRPr lang="en-US" dirty="0">
              <a:solidFill>
                <a:srgbClr val="E20074"/>
              </a:solidFill>
            </a:endParaRPr>
          </a:p>
          <a:p>
            <a:pPr defTabSz="457109">
              <a:lnSpc>
                <a:spcPts val="5999"/>
              </a:lnSpc>
              <a:defRPr/>
            </a:pPr>
            <a:endParaRPr lang="en-US" sz="5999" b="1" i="1" dirty="0">
              <a:solidFill>
                <a:srgbClr val="E20074"/>
              </a:solidFill>
              <a:latin typeface="TeleNeo Var ExtraBold Normal" panose="020B000404020209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FF846A-4B6D-D5FA-04C9-ACE00900F5D9}"/>
              </a:ext>
            </a:extLst>
          </p:cNvPr>
          <p:cNvSpPr txBox="1"/>
          <p:nvPr/>
        </p:nvSpPr>
        <p:spPr>
          <a:xfrm>
            <a:off x="12408198" y="85059"/>
            <a:ext cx="14885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title name: </a:t>
            </a:r>
            <a:r>
              <a:rPr lang="en-US" sz="1050" dirty="0" err="1"/>
              <a:t>subtitleslide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4107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F4B38-CC5D-EA2B-C9CA-F935EAA4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8AA7B9-40BC-BD5B-A38F-B69FFA6E6319}"/>
              </a:ext>
            </a:extLst>
          </p:cNvPr>
          <p:cNvSpPr/>
          <p:nvPr/>
        </p:nvSpPr>
        <p:spPr>
          <a:xfrm>
            <a:off x="-15" y="0"/>
            <a:ext cx="3917172" cy="457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 b="1" dirty="0">
              <a:solidFill>
                <a:schemeClr val="bg1"/>
              </a:solidFill>
              <a:latin typeface="+mj-lt"/>
              <a:ea typeface="linea-basic-10" charset="0"/>
              <a:cs typeface="linea-basic-10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F22EE9-DEDC-E1DA-1E19-E1758E9C1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250586"/>
              </p:ext>
            </p:extLst>
          </p:nvPr>
        </p:nvGraphicFramePr>
        <p:xfrm>
          <a:off x="3174101" y="457202"/>
          <a:ext cx="7505702" cy="623260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00454">
                  <a:extLst>
                    <a:ext uri="{9D8B030D-6E8A-4147-A177-3AD203B41FA5}">
                      <a16:colId xmlns:a16="http://schemas.microsoft.com/office/drawing/2014/main" val="4043450700"/>
                    </a:ext>
                  </a:extLst>
                </a:gridCol>
                <a:gridCol w="320480">
                  <a:extLst>
                    <a:ext uri="{9D8B030D-6E8A-4147-A177-3AD203B41FA5}">
                      <a16:colId xmlns:a16="http://schemas.microsoft.com/office/drawing/2014/main" val="3892022578"/>
                    </a:ext>
                  </a:extLst>
                </a:gridCol>
                <a:gridCol w="1449199">
                  <a:extLst>
                    <a:ext uri="{9D8B030D-6E8A-4147-A177-3AD203B41FA5}">
                      <a16:colId xmlns:a16="http://schemas.microsoft.com/office/drawing/2014/main" val="1855649917"/>
                    </a:ext>
                  </a:extLst>
                </a:gridCol>
                <a:gridCol w="1449199">
                  <a:extLst>
                    <a:ext uri="{9D8B030D-6E8A-4147-A177-3AD203B41FA5}">
                      <a16:colId xmlns:a16="http://schemas.microsoft.com/office/drawing/2014/main" val="2553423217"/>
                    </a:ext>
                  </a:extLst>
                </a:gridCol>
                <a:gridCol w="1449199">
                  <a:extLst>
                    <a:ext uri="{9D8B030D-6E8A-4147-A177-3AD203B41FA5}">
                      <a16:colId xmlns:a16="http://schemas.microsoft.com/office/drawing/2014/main" val="4289153929"/>
                    </a:ext>
                  </a:extLst>
                </a:gridCol>
                <a:gridCol w="1449199">
                  <a:extLst>
                    <a:ext uri="{9D8B030D-6E8A-4147-A177-3AD203B41FA5}">
                      <a16:colId xmlns:a16="http://schemas.microsoft.com/office/drawing/2014/main" val="3706998436"/>
                    </a:ext>
                  </a:extLst>
                </a:gridCol>
                <a:gridCol w="265858">
                  <a:extLst>
                    <a:ext uri="{9D8B030D-6E8A-4147-A177-3AD203B41FA5}">
                      <a16:colId xmlns:a16="http://schemas.microsoft.com/office/drawing/2014/main" val="2220294652"/>
                    </a:ext>
                  </a:extLst>
                </a:gridCol>
                <a:gridCol w="274038">
                  <a:extLst>
                    <a:ext uri="{9D8B030D-6E8A-4147-A177-3AD203B41FA5}">
                      <a16:colId xmlns:a16="http://schemas.microsoft.com/office/drawing/2014/main" val="273073370"/>
                    </a:ext>
                  </a:extLst>
                </a:gridCol>
                <a:gridCol w="274038">
                  <a:extLst>
                    <a:ext uri="{9D8B030D-6E8A-4147-A177-3AD203B41FA5}">
                      <a16:colId xmlns:a16="http://schemas.microsoft.com/office/drawing/2014/main" val="1662952939"/>
                    </a:ext>
                  </a:extLst>
                </a:gridCol>
                <a:gridCol w="274038">
                  <a:extLst>
                    <a:ext uri="{9D8B030D-6E8A-4147-A177-3AD203B41FA5}">
                      <a16:colId xmlns:a16="http://schemas.microsoft.com/office/drawing/2014/main" val="3276163194"/>
                    </a:ext>
                  </a:extLst>
                </a:gridCol>
              </a:tblGrid>
              <a:tr h="46058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Touch</a:t>
                      </a: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Audience</a:t>
                      </a: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Creative</a:t>
                      </a: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</a:t>
                      </a: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2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78" marR="4778" marT="4778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91233"/>
                  </a:ext>
                </a:extLst>
              </a:tr>
              <a:tr h="12939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3925756"/>
                  </a:ext>
                </a:extLst>
              </a:tr>
              <a:tr h="146173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16789"/>
                  </a:ext>
                </a:extLst>
              </a:tr>
              <a:tr h="146173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27250670"/>
                  </a:ext>
                </a:extLst>
              </a:tr>
              <a:tr h="146173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US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" panose="020F0502020204030204" pitchFamily="34" charset="0"/>
                        </a:rPr>
                        <a:t>insert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154897"/>
                  </a:ext>
                </a:extLst>
              </a:tr>
            </a:tbl>
          </a:graphicData>
        </a:graphic>
      </p:graphicFrame>
      <p:sp>
        <p:nvSpPr>
          <p:cNvPr id="4" name="TextBox 24">
            <a:extLst>
              <a:ext uri="{FF2B5EF4-FFF2-40B4-BE49-F238E27FC236}">
                <a16:creationId xmlns:a16="http://schemas.microsoft.com/office/drawing/2014/main" id="{F93D6D7D-FF3F-82F6-14A4-6285C0323998}"/>
              </a:ext>
            </a:extLst>
          </p:cNvPr>
          <p:cNvSpPr txBox="1"/>
          <p:nvPr/>
        </p:nvSpPr>
        <p:spPr>
          <a:xfrm>
            <a:off x="176188" y="2751764"/>
            <a:ext cx="3564766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INSIGHTS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8A0FEB5-AD07-F9CD-2A9B-9560EF304ED8}"/>
              </a:ext>
            </a:extLst>
          </p:cNvPr>
          <p:cNvSpPr/>
          <p:nvPr/>
        </p:nvSpPr>
        <p:spPr>
          <a:xfrm rot="21600000">
            <a:off x="217432" y="85059"/>
            <a:ext cx="3564766" cy="6447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algn="ctr" defTabSz="457109">
              <a:defRPr/>
            </a:pPr>
            <a:r>
              <a:rPr lang="en-US" sz="2000" b="1" i="1" dirty="0">
                <a:solidFill>
                  <a:schemeClr val="bg1"/>
                </a:solidFill>
                <a:latin typeface="TeleNeo Var ExtraBold Normal" panose="020B0004040202090203" pitchFamily="34" charset="0"/>
                <a:ea typeface="TeleNeo Var Ultra Italic" pitchFamily="34" charset="-122"/>
                <a:cs typeface="TeleNeo Var Ultra Italic" pitchFamily="34" charset="-120"/>
              </a:rPr>
              <a:t>PLACE_TEXT_TITLE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2992290-9515-0783-1BF1-A0C01F963F2D}"/>
              </a:ext>
            </a:extLst>
          </p:cNvPr>
          <p:cNvSpPr txBox="1">
            <a:spLocks/>
          </p:cNvSpPr>
          <p:nvPr/>
        </p:nvSpPr>
        <p:spPr>
          <a:xfrm>
            <a:off x="217431" y="809642"/>
            <a:ext cx="3482279" cy="496161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i="0" kern="1200">
                <a:solidFill>
                  <a:schemeClr val="accent1"/>
                </a:solidFill>
                <a:latin typeface="TeleNeo Office ExtraBold" panose="020B0504040202090203" pitchFamily="34" charset="77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HEADLINE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4A7BF-082D-AB49-2C20-F622A6F9DEB3}"/>
              </a:ext>
            </a:extLst>
          </p:cNvPr>
          <p:cNvSpPr txBox="1"/>
          <p:nvPr/>
        </p:nvSpPr>
        <p:spPr>
          <a:xfrm>
            <a:off x="12290600" y="0"/>
            <a:ext cx="16918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title name: </a:t>
            </a:r>
            <a:r>
              <a:rPr lang="en-US" sz="1050" dirty="0" err="1"/>
              <a:t>datatableslide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70242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068C7-66AB-970E-52C8-4CE6DAE47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B8C8DFA-6D34-2D53-8312-B203248BF7F9}"/>
              </a:ext>
            </a:extLst>
          </p:cNvPr>
          <p:cNvSpPr/>
          <p:nvPr/>
        </p:nvSpPr>
        <p:spPr>
          <a:xfrm>
            <a:off x="-15" y="0"/>
            <a:ext cx="3917172" cy="4572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 b="1" dirty="0">
              <a:solidFill>
                <a:schemeClr val="bg1"/>
              </a:solidFill>
              <a:latin typeface="+mj-lt"/>
              <a:ea typeface="linea-basic-10" charset="0"/>
              <a:cs typeface="linea-basic-10" charset="0"/>
            </a:endParaRPr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95E83695-58DA-4E11-F90B-30EE08CF28D2}"/>
              </a:ext>
            </a:extLst>
          </p:cNvPr>
          <p:cNvSpPr txBox="1"/>
          <p:nvPr/>
        </p:nvSpPr>
        <p:spPr>
          <a:xfrm>
            <a:off x="176188" y="2751764"/>
            <a:ext cx="3564766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dirty="0"/>
              <a:t>INSIGHTS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D4F15F38-BCA2-D9A0-B05A-2A9E5B61A041}"/>
              </a:ext>
            </a:extLst>
          </p:cNvPr>
          <p:cNvSpPr/>
          <p:nvPr/>
        </p:nvSpPr>
        <p:spPr>
          <a:xfrm rot="21600000">
            <a:off x="217432" y="85059"/>
            <a:ext cx="3564766" cy="644792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algn="ctr" defTabSz="457109">
              <a:defRPr/>
            </a:pPr>
            <a:r>
              <a:rPr lang="en-US" sz="2000" b="1" i="1" dirty="0">
                <a:solidFill>
                  <a:schemeClr val="bg1"/>
                </a:solidFill>
                <a:latin typeface="TeleNeo Var ExtraBold Normal" panose="020B0004040202090203" pitchFamily="34" charset="0"/>
                <a:ea typeface="TeleNeo Var Ultra Italic" pitchFamily="34" charset="-122"/>
                <a:cs typeface="TeleNeo Var Ultra Italic" pitchFamily="34" charset="-120"/>
              </a:rPr>
              <a:t>PLACE_TEXT_TITLE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0D05042-2FF5-41B0-E5A5-812B266EB908}"/>
              </a:ext>
            </a:extLst>
          </p:cNvPr>
          <p:cNvSpPr txBox="1">
            <a:spLocks/>
          </p:cNvSpPr>
          <p:nvPr/>
        </p:nvSpPr>
        <p:spPr>
          <a:xfrm>
            <a:off x="217431" y="809642"/>
            <a:ext cx="3482279" cy="496161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400" b="1" i="0" kern="1200">
                <a:solidFill>
                  <a:schemeClr val="accent1"/>
                </a:solidFill>
                <a:latin typeface="TeleNeo Office ExtraBold" panose="020B0504040202090203" pitchFamily="34" charset="77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tx2"/>
                </a:solidFill>
              </a:rPr>
              <a:t>HEADLINE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A35E6-F194-9CC3-48EB-DC42B5DEBBA1}"/>
              </a:ext>
            </a:extLst>
          </p:cNvPr>
          <p:cNvSpPr txBox="1"/>
          <p:nvPr/>
        </p:nvSpPr>
        <p:spPr>
          <a:xfrm>
            <a:off x="12290600" y="0"/>
            <a:ext cx="169184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title name: </a:t>
            </a:r>
            <a:r>
              <a:rPr lang="en-US" sz="1050" dirty="0" err="1"/>
              <a:t>heatmapslide</a:t>
            </a:r>
            <a:endParaRPr lang="en-US" sz="10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4ED9935-835F-E0EC-07CF-77B128224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17895"/>
              </p:ext>
            </p:extLst>
          </p:nvPr>
        </p:nvGraphicFramePr>
        <p:xfrm>
          <a:off x="4134604" y="457202"/>
          <a:ext cx="6123887" cy="6215809"/>
        </p:xfrm>
        <a:graphic>
          <a:graphicData uri="http://schemas.openxmlformats.org/drawingml/2006/table">
            <a:tbl>
              <a:tblPr/>
              <a:tblGrid>
                <a:gridCol w="1077930">
                  <a:extLst>
                    <a:ext uri="{9D8B030D-6E8A-4147-A177-3AD203B41FA5}">
                      <a16:colId xmlns:a16="http://schemas.microsoft.com/office/drawing/2014/main" val="2138594794"/>
                    </a:ext>
                  </a:extLst>
                </a:gridCol>
                <a:gridCol w="1485978">
                  <a:extLst>
                    <a:ext uri="{9D8B030D-6E8A-4147-A177-3AD203B41FA5}">
                      <a16:colId xmlns:a16="http://schemas.microsoft.com/office/drawing/2014/main" val="2211103091"/>
                    </a:ext>
                  </a:extLst>
                </a:gridCol>
                <a:gridCol w="2675966">
                  <a:extLst>
                    <a:ext uri="{9D8B030D-6E8A-4147-A177-3AD203B41FA5}">
                      <a16:colId xmlns:a16="http://schemas.microsoft.com/office/drawing/2014/main" val="3202565110"/>
                    </a:ext>
                  </a:extLst>
                </a:gridCol>
                <a:gridCol w="884013">
                  <a:extLst>
                    <a:ext uri="{9D8B030D-6E8A-4147-A177-3AD203B41FA5}">
                      <a16:colId xmlns:a16="http://schemas.microsoft.com/office/drawing/2014/main" val="43246156"/>
                    </a:ext>
                  </a:extLst>
                </a:gridCol>
              </a:tblGrid>
              <a:tr h="592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TeleNeo Office" panose="020B0504040202090203"/>
                        </a:rPr>
                        <a:t>Position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eleNeo Office" panose="020B0504040202090203"/>
                        </a:rPr>
                        <a:t>CTA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eleNeo Office" panose="020B0504040202090203"/>
                        </a:rPr>
                        <a:t>Offer Details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TeleNeo Office" panose="020B0504040202090203"/>
                        </a:rPr>
                        <a:t>CTR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990316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9314986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846994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299499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425276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971766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338873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427043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007182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485140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240617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488122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028341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819517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14610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467726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86958"/>
                  </a:ext>
                </a:extLst>
              </a:tr>
              <a:tr h="3307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91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5459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Cover-Page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TeleNeo-Office">
      <a:majorFont>
        <a:latin typeface="TeleNeo Office ExtraBold"/>
        <a:ea typeface=""/>
        <a:cs typeface=""/>
      </a:majorFont>
      <a:minorFont>
        <a:latin typeface="TeleNe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-Mobile_Reporting_MasterDeckTemplate_2_7_23" id="{A5D7F6A9-7623-F64F-92A0-AD2B0AB960E3}" vid="{2BA0F938-9CAA-B74D-8737-991A3CF8DB67}"/>
    </a:ext>
  </a:extLst>
</a:theme>
</file>

<file path=ppt/theme/theme2.xml><?xml version="1.0" encoding="utf-8"?>
<a:theme xmlns:a="http://schemas.openxmlformats.org/drawingml/2006/main" name="2_Agenda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TeleNeo-Office">
      <a:majorFont>
        <a:latin typeface="TeleNeo Office ExtraBold"/>
        <a:ea typeface=""/>
        <a:cs typeface=""/>
      </a:majorFont>
      <a:minorFont>
        <a:latin typeface="TeleNe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-Mobile_Reporting_MasterDeckTemplate_2_7_23" id="{A5D7F6A9-7623-F64F-92A0-AD2B0AB960E3}" vid="{C98CD7BD-B174-1E48-919E-F6EF6A0437D0}"/>
    </a:ext>
  </a:extLst>
</a:theme>
</file>

<file path=ppt/theme/theme3.xml><?xml version="1.0" encoding="utf-8"?>
<a:theme xmlns:a="http://schemas.openxmlformats.org/drawingml/2006/main" name="3_Section-Divider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TeleNeo-Office">
      <a:majorFont>
        <a:latin typeface="TeleNeo Office ExtraBold"/>
        <a:ea typeface=""/>
        <a:cs typeface=""/>
      </a:majorFont>
      <a:minorFont>
        <a:latin typeface="TeleNe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-Mobile_Reporting_MasterDeckTemplate_2_7_23" id="{A5D7F6A9-7623-F64F-92A0-AD2B0AB960E3}" vid="{1594BC14-C9A4-0443-925D-DF2E8FED520D}"/>
    </a:ext>
  </a:extLst>
</a:theme>
</file>

<file path=ppt/theme/theme4.xml><?xml version="1.0" encoding="utf-8"?>
<a:theme xmlns:a="http://schemas.openxmlformats.org/drawingml/2006/main" name="11_Misc Layouts">
  <a:themeElements>
    <a:clrScheme name="Custom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E20074"/>
      </a:accent1>
      <a:accent2>
        <a:srgbClr val="C8C8C8"/>
      </a:accent2>
      <a:accent3>
        <a:srgbClr val="C8C8C8"/>
      </a:accent3>
      <a:accent4>
        <a:srgbClr val="861B54"/>
      </a:accent4>
      <a:accent5>
        <a:srgbClr val="9B9B9B"/>
      </a:accent5>
      <a:accent6>
        <a:srgbClr val="3C3C3C"/>
      </a:accent6>
      <a:hlink>
        <a:srgbClr val="E20074"/>
      </a:hlink>
      <a:folHlink>
        <a:srgbClr val="97024F"/>
      </a:folHlink>
    </a:clrScheme>
    <a:fontScheme name="TeleNeo-Office">
      <a:majorFont>
        <a:latin typeface="TeleNeo Office ExtraBold"/>
        <a:ea typeface=""/>
        <a:cs typeface=""/>
      </a:majorFont>
      <a:minorFont>
        <a:latin typeface="TeleNeo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spc="300">
            <a:latin typeface="linea-basic-10" charset="0"/>
            <a:ea typeface="linea-basic-10" charset="0"/>
            <a:cs typeface="linea-basic-10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-Mobile_Reporting_MasterDeckTemplate_2_7_23" id="{A5D7F6A9-7623-F64F-92A0-AD2B0AB960E3}" vid="{0ADAE6B7-670F-7241-AADB-64E0A55CC8A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14f878-0223-480d-a325-1373c6d0223b">
      <Terms xmlns="http://schemas.microsoft.com/office/infopath/2007/PartnerControls"/>
    </lcf76f155ced4ddcb4097134ff3c332f>
    <TaxCatchAll xmlns="599183fe-bfa3-49f1-b3c6-3d50208c56e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CEB3BBE86464488AD4A21F5C4B0058" ma:contentTypeVersion="14" ma:contentTypeDescription="Create a new document." ma:contentTypeScope="" ma:versionID="a7cc634175b1809f3343f27805d6d95a">
  <xsd:schema xmlns:xsd="http://www.w3.org/2001/XMLSchema" xmlns:xs="http://www.w3.org/2001/XMLSchema" xmlns:p="http://schemas.microsoft.com/office/2006/metadata/properties" xmlns:ns2="7114f878-0223-480d-a325-1373c6d0223b" xmlns:ns3="599183fe-bfa3-49f1-b3c6-3d50208c56e4" targetNamespace="http://schemas.microsoft.com/office/2006/metadata/properties" ma:root="true" ma:fieldsID="eae47b09d137326483c8116c39f5c3ec" ns2:_="" ns3:_="">
    <xsd:import namespace="7114f878-0223-480d-a325-1373c6d0223b"/>
    <xsd:import namespace="599183fe-bfa3-49f1-b3c6-3d50208c5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14f878-0223-480d-a325-1373c6d022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effff48-cca9-4807-8ad1-02586ec8c4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183fe-bfa3-49f1-b3c6-3d50208c56e4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d89877c-f1a6-4fac-a8cc-52a257f26414}" ma:internalName="TaxCatchAll" ma:showField="CatchAllData" ma:web="599183fe-bfa3-49f1-b3c6-3d50208c5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E45B87-9247-4103-B93A-84FCD96EFCA6}">
  <ds:schemaRefs>
    <ds:schemaRef ds:uri="http://schemas.openxmlformats.org/package/2006/metadata/core-properties"/>
    <ds:schemaRef ds:uri="599183fe-bfa3-49f1-b3c6-3d50208c56e4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7114f878-0223-480d-a325-1373c6d0223b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82D9DB4-ACE5-4817-ACA8-DC09E43D06D0}">
  <ds:schemaRefs>
    <ds:schemaRef ds:uri="599183fe-bfa3-49f1-b3c6-3d50208c56e4"/>
    <ds:schemaRef ds:uri="7114f878-0223-480d-a325-1373c6d0223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421F378-326F-4859-B6C8-701A3512AE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1_Cover-Pages</Template>
  <TotalTime>4055</TotalTime>
  <Words>75</Words>
  <Application>Microsoft Office PowerPoint</Application>
  <PresentationFormat>Widescreen</PresentationFormat>
  <Paragraphs>45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24" baseType="lpstr">
      <vt:lpstr>Aptos</vt:lpstr>
      <vt:lpstr>Aptos Narrow</vt:lpstr>
      <vt:lpstr>Arial</vt:lpstr>
      <vt:lpstr>Bai Jamjuree</vt:lpstr>
      <vt:lpstr>Bai Jamjuree Light</vt:lpstr>
      <vt:lpstr>Bai Jamjuree SemiBold</vt:lpstr>
      <vt:lpstr>Calibri</vt:lpstr>
      <vt:lpstr>linea-basic-10</vt:lpstr>
      <vt:lpstr>Source Sans Pro</vt:lpstr>
      <vt:lpstr>TeleNeo</vt:lpstr>
      <vt:lpstr>TeleNeo Office</vt:lpstr>
      <vt:lpstr>TeleNeo Office ExtraBold</vt:lpstr>
      <vt:lpstr>TeleNeo Var ExtraBold Normal</vt:lpstr>
      <vt:lpstr>TeleNeo Var Thin Extended</vt:lpstr>
      <vt:lpstr>Wingdings</vt:lpstr>
      <vt:lpstr>1_Cover-Pages</vt:lpstr>
      <vt:lpstr>2_Agenda</vt:lpstr>
      <vt:lpstr>3_Section-Divider</vt:lpstr>
      <vt:lpstr>11_Misc Layouts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T-MOBILE WEEKLY TESTING RESULTS</dc:title>
  <dc:creator>Maggie Anderson</dc:creator>
  <cp:lastModifiedBy>Casey Lee</cp:lastModifiedBy>
  <cp:revision>2</cp:revision>
  <cp:lastPrinted>2021-07-29T20:32:10Z</cp:lastPrinted>
  <dcterms:created xsi:type="dcterms:W3CDTF">2023-02-08T19:24:03Z</dcterms:created>
  <dcterms:modified xsi:type="dcterms:W3CDTF">2026-03-02T15:20:57Z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0x010100DECEB3BBE86464488AD4A21F5C4B0058</vt:lpwstr>
  </property>
  <property fmtid="{D5CDD505-2E9C-101B-9397-08002B2CF9AE}" pid="3" name="MediaServiceImageTags">
    <vt:lpwstr/>
  </property>
  <property fmtid="{D5CDD505-2E9C-101B-9397-08002B2CF9AE}" pid="4" name="Order">
    <vt:lpwstr>656900.000000000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  <property fmtid="{D5CDD505-2E9C-101B-9397-08002B2CF9AE}" pid="11" name="SharedWithUsers">
    <vt:lpwstr>108;#Danika Rodgers;#168;#Chantl Martin;#63;#Scott Fero</vt:lpwstr>
  </property>
</Properties>
</file>