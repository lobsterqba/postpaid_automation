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957" r:id="rId5"/>
    <p:sldMasterId id="2147483834" r:id="rId6"/>
    <p:sldMasterId id="2147484001" r:id="rId7"/>
  </p:sldMasterIdLst>
  <p:notesMasterIdLst>
    <p:notesMasterId r:id="rId11"/>
  </p:notesMasterIdLst>
  <p:handoutMasterIdLst>
    <p:handoutMasterId r:id="rId12"/>
  </p:handoutMasterIdLst>
  <p:sldIdLst>
    <p:sldId id="2147481217" r:id="rId8"/>
    <p:sldId id="371" r:id="rId9"/>
    <p:sldId id="214748121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597C301-5AB1-E4D1-29BA-AB2650D2E93F}" name="Madeline Huber" initials="" userId="S::madeline.huber@wundermanthompson.com::51d36468-fe54-4c8c-9fb0-0fc5e1f4a1c9" providerId="AD"/>
  <p188:author id="{000CCB22-3A82-6095-1C83-582E2DBE1BC5}" name="Madeline Huber" initials="MH" userId="S::madeline.huber@vml.com::51d36468-fe54-4c8c-9fb0-0fc5e1f4a1c9" providerId="AD"/>
  <p188:author id="{D1076525-0A6E-20BC-132F-DD2A1E241AFE}" name="Kate Tharp" initials="KT" userId="S::kate.tharp@vml.com::f673b90c-5ccd-4f11-b817-79e0f5d8c583" providerId="AD"/>
  <p188:author id="{76BFBA31-750F-4AE5-2FFC-58A1B60A3D6C}" name="Ben Schwarz" initials="BS" userId="S::ben.schwarz@wundermanthompson.com::0f226527-ab02-4b83-a769-ceeb1b313347" providerId="AD"/>
  <p188:author id="{73C29A3B-D71D-294B-DE98-0F3A53ED0B34}" name="Casey Lee" initials="" userId="S::casey.lee@wundermanthompson.com::4bc459e0-655e-452e-96c2-b918c0999cdb" providerId="AD"/>
  <p188:author id="{DB6A2945-D9D3-7549-87F2-2AE9113347BD}" name="Stacia Chavarria" initials="" userId="S::stacia.chavarria@wundermanthompson.com::b943da3b-a333-46c5-a766-d52fd0778e06" providerId="AD"/>
  <p188:author id="{58680C47-0852-0CE4-2C17-30A5FDD82AB9}" name="Hernan Ramirez Diaz" initials="HR" userId="S::hernan.ramirez@vml.com::0b0763af-8f1b-4303-84e1-6429285cc810" providerId="AD"/>
  <p188:author id="{E89CDF47-F922-2909-09EC-9DA67815D2C0}" name="Paul Wickler" initials="" userId="S::paul.wickler@vml.com::630bf31d-4304-432c-a496-c1f037d2d1f9" providerId="AD"/>
  <p188:author id="{29C2BE49-4A86-ECCF-0165-8868EF9097BC}" name="Ridhima Dhawan" initials="RD" userId="S::Ridhima.dhawan@wundermanthompson.com::41b5bd7b-df07-43ed-9321-8df1cf164a12" providerId="AD"/>
  <p188:author id="{8A73F050-DEED-C9B7-4958-38DAFF7085D7}" name="Salgado, Angelo" initials="SA" userId="S::angelo.salgado14@t-mobile.com::749b456a-b0ee-4fb1-8c5e-7fe32aa5f003" providerId="AD"/>
  <p188:author id="{30395657-D4AD-AB5F-D5C2-2BB700A655AC}" name="Esuruoso, Funmi" initials="EF" userId="S::funmi.esuruoso1@t-mobile.com::8457c922-ae95-4146-84be-e1c3bb0578dd" providerId="AD"/>
  <p188:author id="{32980B67-0041-FB7A-5460-595CCC577E08}" name="Leo Zhao" initials="LZ" userId="S::leo.zhao@vml.com::87ecb650-f8b6-40ad-bde0-d5f31dac44ac" providerId="AD"/>
  <p188:author id="{751F126C-E3EB-8A3F-F321-172EAC8F0CE0}" name="Michael Bruno" initials="" userId="S::michael.bruno@vml.com::ed6069a4-1fcb-46c4-b4b7-85c279acb11e" providerId="AD"/>
  <p188:author id="{27383673-8F2F-C1CD-D2C9-C8240F20DDE1}" name="Hernan Ramirez Diaz" initials="HRD" userId="S::hernan.ramirez@wundermanthompson.com::0b0763af-8f1b-4303-84e1-6429285cc810" providerId="AD"/>
  <p188:author id="{2E4DEA79-CDBC-35C8-632D-9D09D897571F}" name="Chantl Martin" initials="CM" userId="S::chantl.martin@wundermanthompson.com::c4238583-2a6b-460e-aff4-d36db36d2495" providerId="AD"/>
  <p188:author id="{3BF7F379-1090-16B6-514F-90A22D620F7C}" name="Nadine Tull" initials="NT" userId="S::nadine.tull@wundermanthompson.com::6e845678-ffd9-40cf-9760-b52dedb2c13c" providerId="AD"/>
  <p188:author id="{8B91F980-C0F4-8032-39FB-2BA898606127}" name="Shubhangi Verma" initials="" userId="S::shubhangi.verma@vml.com::c0355bd3-af2b-4be5-9724-d992cd36b32e" providerId="AD"/>
  <p188:author id="{AAEC1B8A-CCCB-B3B0-1D59-8CFB39B52A33}" name="Shubhangi Verma" initials="SV" userId="S::shubhangi.verma@wundermanthompson.com::c0355bd3-af2b-4be5-9724-d992cd36b32e" providerId="AD"/>
  <p188:author id="{A2390C8D-EBB6-CA57-3C80-7E343E365543}" name="Brandice Wilson" initials="BW" userId="S::brandice.wilson@wundermanthompson.com::5cc9924d-7ea2-477c-9432-a6206c41cdd5" providerId="AD"/>
  <p188:author id="{EC4AA28D-3B0B-775D-3D93-33A02F1C1B0C}" name="Scott Fero" initials="SF" userId="S::scott.fero@wundermanthompson.com::98a0d833-ca00-4acf-b110-7dea7c8cad0a" providerId="AD"/>
  <p188:author id="{07800096-0E7A-C001-29F0-ADD66DD75D4F}" name="Rob Pettit" initials="RP" userId="S::rob.pettit@wundermanthompson.com::f965baa2-93a8-448b-a095-2ae85b037389" providerId="AD"/>
  <p188:author id="{8B770C9C-ED2E-93A1-A590-F169CB513269}" name="Ridhima Dhawan" initials="RD" userId="S::ridhima.dhawan@vml.com::41b5bd7b-df07-43ed-9321-8df1cf164a12" providerId="AD"/>
  <p188:author id="{7B1CC9A6-0C29-D8DB-F9E7-5CEB5A466A5B}" name="Casey Lee" initials="CL" userId="S::casey.lee@vml.com::4bc459e0-655e-452e-96c2-b918c0999cdb" providerId="AD"/>
  <p188:author id="{47C023B8-FFDD-218B-312C-DE211DA3F03C}" name="Lex Brnilovich" initials="LB" userId="S::lex.brnilovich@wundermanthompson.com::2accc540-8f43-44a5-acf3-49d6141a8cf2" providerId="AD"/>
  <p188:author id="{A19944BC-6EAC-A183-4019-C03735934F9A}" name="Yasmeen Mosley" initials="YM" userId="S::yasmeen.mosley@vml.com::f4f80980-6683-4823-8196-c9141a523fe3" providerId="AD"/>
  <p188:author id="{BA3E37C3-4B23-1E31-073B-627BEF130811}" name="Bone, Kara" initials="BK" userId="S::kara.bone3@t-mobile.com::6f58c159-805e-421e-908e-94dc2ca193e8" providerId="AD"/>
  <p188:author id="{6263FFC8-600D-581C-FA09-F3B0B026957A}" name="Madison Parker" initials="" userId="S::madison.parker@wundermanthompson.com::6f966b34-77b9-4d89-bdfc-38323ffa58ba" providerId="AD"/>
  <p188:author id="{0451F4D0-D493-21CA-C969-F7E738CF7DB8}" name="Danika Rodgers" initials="DR" userId="S::danika.rodgers@wundermanthompson.com::d6830a77-5e1d-4991-bae8-7cbc09d46828" providerId="AD"/>
  <p188:author id="{B1C0BFDE-D62C-6526-F71C-1F6276419D14}" name="Dayana Palermo" initials="DP" userId="S::dayana.palermo@wundermanthompson.com::bd11324e-129a-4564-9e29-95b36a914157" providerId="AD"/>
  <p188:author id="{932CC0E4-0AC8-FA56-AB15-8C51EBDC5BA9}" name="Kaitie Kovach" initials="KK" userId="S::kaitie.kovach@wundermanthompson.com::147d0fe8-7026-4820-8520-fb52867fdb01" providerId="AD"/>
  <p188:author id="{783472E5-CBF4-2C65-F3EF-7359CB2DF438}" name="Doug Sutherland" initials="DS" userId="S::doug.sutherland@vml.com::3d52fdab-69b1-4dbf-a5ee-cea8206efe52" providerId="AD"/>
  <p188:author id="{372621E7-5338-421F-22AC-EAE9A6B88C8A}" name="Lex Brnilovich" initials="" userId="S::lex.brnilovich@vml.com::2accc540-8f43-44a5-acf3-49d6141a8cf2" providerId="AD"/>
  <p188:author id="{D440F6EC-FBE4-FBD8-0514-2285261A345A}" name="Nick Carroll" initials="NC" userId="S::nick.carroll@vml.com::4ec47fe0-292b-462a-abf3-0f4ab923532f" providerId="AD"/>
  <p188:author id="{D389DDEF-8A3D-1A86-6450-1A984A025B3B}" name="Chris Huynh" initials="" userId="S::chris.huynh@vml.com::a802e69e-8fbe-47ad-892e-f53de31451cd" providerId="AD"/>
  <p188:author id="{F28A32F5-8C86-2C0D-ED6D-4F81E2E0E03B}" name="Maggie Anderson" initials="MA" userId="S::maggie.anderson@wundermanthompson.com::d4493bcf-3cc6-472a-8488-95de0c87dc8d" providerId="AD"/>
  <p188:author id="{66BBB8F8-FDCC-6907-D95A-87011F1CD177}" name="Bilal Othman" initials="BO" userId="S::bilal.othman@vml.com::f5019779-5bf4-4d33-a04d-492903a8df80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lgado, Angelo" initials="SA" lastIdx="87" clrIdx="0">
    <p:extLst>
      <p:ext uri="{19B8F6BF-5375-455C-9EA6-DF929625EA0E}">
        <p15:presenceInfo xmlns:p15="http://schemas.microsoft.com/office/powerpoint/2012/main" userId="S::angelo.salgado14@t-mobile.com::749b456a-b0ee-4fb1-8c5e-7fe32aa5f003" providerId="AD"/>
      </p:ext>
    </p:extLst>
  </p:cmAuthor>
  <p:cmAuthor id="2" name="Tolentino, Sherwin" initials="TS" lastIdx="3" clrIdx="1">
    <p:extLst>
      <p:ext uri="{19B8F6BF-5375-455C-9EA6-DF929625EA0E}">
        <p15:presenceInfo xmlns:p15="http://schemas.microsoft.com/office/powerpoint/2012/main" userId="S::Sherwin.Tolentino6@T-Mobile.com::924f6893-4c59-44de-8a62-3ba2f4ec322f" providerId="AD"/>
      </p:ext>
    </p:extLst>
  </p:cmAuthor>
  <p:cmAuthor id="3" name="Kara Bone" initials="KB" lastIdx="3" clrIdx="2">
    <p:extLst>
      <p:ext uri="{19B8F6BF-5375-455C-9EA6-DF929625EA0E}">
        <p15:presenceInfo xmlns:p15="http://schemas.microsoft.com/office/powerpoint/2012/main" userId="XKdopbP0h7tQTX0kyHq9MOYzCwFgRlsvbVz9LYLdkdI=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74"/>
    <a:srgbClr val="FB9881"/>
    <a:srgbClr val="00D05E"/>
    <a:srgbClr val="E9601B"/>
    <a:srgbClr val="FFF0A7"/>
    <a:srgbClr val="F8696B"/>
    <a:srgbClr val="FDBF7C"/>
    <a:srgbClr val="FA8D72"/>
    <a:srgbClr val="FED17F"/>
    <a:srgbClr val="FA8A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D00030-EE6A-BE42-8252-30ED1B984238}" v="10" dt="2025-10-20T16:32:16.346"/>
    <p1510:client id="{798B7DF1-DD72-B24C-B2F9-0205C11665D9}" v="15" dt="2025-10-20T16:59:44.1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658"/>
  </p:normalViewPr>
  <p:slideViewPr>
    <p:cSldViewPr snapToGrid="0">
      <p:cViewPr varScale="1">
        <p:scale>
          <a:sx n="120" d="100"/>
          <a:sy n="120" d="100"/>
        </p:scale>
        <p:origin x="256" y="184"/>
      </p:cViewPr>
      <p:guideLst>
        <p:guide pos="3840"/>
        <p:guide orient="horz" pos="2136"/>
        <p:guide orient="horz" pos="39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rnan Ramirez Diaz" userId="0b0763af-8f1b-4303-84e1-6429285cc810" providerId="ADAL" clId="{42163F52-BB8D-4D37-ACEA-9F3481FEDAF8}"/>
    <pc:docChg chg="undo redo custSel addSld delSld modSld sldOrd modSection">
      <pc:chgData name="Hernan Ramirez Diaz" userId="0b0763af-8f1b-4303-84e1-6429285cc810" providerId="ADAL" clId="{42163F52-BB8D-4D37-ACEA-9F3481FEDAF8}" dt="2025-10-09T23:46:55.071" v="23066" actId="47"/>
      <pc:docMkLst>
        <pc:docMk/>
      </pc:docMkLst>
      <pc:sldChg chg="ord">
        <pc:chgData name="Hernan Ramirez Diaz" userId="0b0763af-8f1b-4303-84e1-6429285cc810" providerId="ADAL" clId="{42163F52-BB8D-4D37-ACEA-9F3481FEDAF8}" dt="2025-10-03T21:28:29.889" v="12946"/>
        <pc:sldMkLst>
          <pc:docMk/>
          <pc:sldMk cId="0" sldId="274"/>
        </pc:sldMkLst>
      </pc:sldChg>
      <pc:sldChg chg="modSp mod">
        <pc:chgData name="Hernan Ramirez Diaz" userId="0b0763af-8f1b-4303-84e1-6429285cc810" providerId="ADAL" clId="{42163F52-BB8D-4D37-ACEA-9F3481FEDAF8}" dt="2025-10-09T17:08:26.822" v="22799" actId="20577"/>
        <pc:sldMkLst>
          <pc:docMk/>
          <pc:sldMk cId="0" sldId="275"/>
        </pc:sldMkLst>
      </pc:sldChg>
      <pc:sldChg chg="add">
        <pc:chgData name="Hernan Ramirez Diaz" userId="0b0763af-8f1b-4303-84e1-6429285cc810" providerId="ADAL" clId="{42163F52-BB8D-4D37-ACEA-9F3481FEDAF8}" dt="2025-09-30T22:48:51.036" v="3291"/>
        <pc:sldMkLst>
          <pc:docMk/>
          <pc:sldMk cId="1802258249" sldId="280"/>
        </pc:sldMkLst>
      </pc:sldChg>
      <pc:sldChg chg="modSp mod">
        <pc:chgData name="Hernan Ramirez Diaz" userId="0b0763af-8f1b-4303-84e1-6429285cc810" providerId="ADAL" clId="{42163F52-BB8D-4D37-ACEA-9F3481FEDAF8}" dt="2025-10-09T18:04:53.412" v="22846" actId="20577"/>
        <pc:sldMkLst>
          <pc:docMk/>
          <pc:sldMk cId="1694384516" sldId="285"/>
        </pc:sldMkLst>
      </pc:sldChg>
      <pc:sldChg chg="add">
        <pc:chgData name="Hernan Ramirez Diaz" userId="0b0763af-8f1b-4303-84e1-6429285cc810" providerId="ADAL" clId="{42163F52-BB8D-4D37-ACEA-9F3481FEDAF8}" dt="2025-09-30T22:48:51.036" v="3291"/>
        <pc:sldMkLst>
          <pc:docMk/>
          <pc:sldMk cId="1946109353" sldId="355"/>
        </pc:sldMkLst>
      </pc:sldChg>
      <pc:sldChg chg="addSp delSp modSp mod">
        <pc:chgData name="Hernan Ramirez Diaz" userId="0b0763af-8f1b-4303-84e1-6429285cc810" providerId="ADAL" clId="{42163F52-BB8D-4D37-ACEA-9F3481FEDAF8}" dt="2025-09-26T19:17:47.895" v="1246" actId="478"/>
        <pc:sldMkLst>
          <pc:docMk/>
          <pc:sldMk cId="2675615646" sldId="419"/>
        </pc:sldMkLst>
      </pc:sldChg>
      <pc:sldChg chg="addSp delSp modSp add mod modCm modNotesTx">
        <pc:chgData name="Hernan Ramirez Diaz" userId="0b0763af-8f1b-4303-84e1-6429285cc810" providerId="ADAL" clId="{42163F52-BB8D-4D37-ACEA-9F3481FEDAF8}" dt="2025-10-09T18:32:21.559" v="22854" actId="255"/>
        <pc:sldMkLst>
          <pc:docMk/>
          <pc:sldMk cId="1299622664" sldId="4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Hernan Ramirez Diaz" userId="0b0763af-8f1b-4303-84e1-6429285cc810" providerId="ADAL" clId="{42163F52-BB8D-4D37-ACEA-9F3481FEDAF8}" dt="2025-10-09T18:32:19.001" v="22853" actId="20577"/>
              <pc2:cmMkLst xmlns:pc2="http://schemas.microsoft.com/office/powerpoint/2019/9/main/command">
                <pc:docMk/>
                <pc:sldMk cId="1299622664" sldId="434"/>
                <pc2:cmMk id="{9C52BFDD-9F11-4C01-8EA9-393721749318}"/>
              </pc2:cmMkLst>
            </pc226:cmChg>
          </p:ext>
        </pc:extLst>
      </pc:sldChg>
      <pc:sldChg chg="addSp delSp modSp mod">
        <pc:chgData name="Hernan Ramirez Diaz" userId="0b0763af-8f1b-4303-84e1-6429285cc810" providerId="ADAL" clId="{42163F52-BB8D-4D37-ACEA-9F3481FEDAF8}" dt="2025-10-04T05:39:23.308" v="18433" actId="20577"/>
        <pc:sldMkLst>
          <pc:docMk/>
          <pc:sldMk cId="2761368814" sldId="2147481181"/>
        </pc:sldMkLst>
      </pc:sldChg>
      <pc:sldChg chg="ord">
        <pc:chgData name="Hernan Ramirez Diaz" userId="0b0763af-8f1b-4303-84e1-6429285cc810" providerId="ADAL" clId="{42163F52-BB8D-4D37-ACEA-9F3481FEDAF8}" dt="2025-09-26T17:01:54.525" v="385"/>
        <pc:sldMkLst>
          <pc:docMk/>
          <pc:sldMk cId="1105021549" sldId="2147481210"/>
        </pc:sldMkLst>
      </pc:sldChg>
      <pc:sldChg chg="modSp mod modCm">
        <pc:chgData name="Hernan Ramirez Diaz" userId="0b0763af-8f1b-4303-84e1-6429285cc810" providerId="ADAL" clId="{42163F52-BB8D-4D37-ACEA-9F3481FEDAF8}" dt="2025-10-03T16:10:51.912" v="10625" actId="14100"/>
        <pc:sldMkLst>
          <pc:docMk/>
          <pc:sldMk cId="323746144" sldId="21474812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Hernan Ramirez Diaz" userId="0b0763af-8f1b-4303-84e1-6429285cc810" providerId="ADAL" clId="{42163F52-BB8D-4D37-ACEA-9F3481FEDAF8}" dt="2025-10-02T22:39:01.158" v="9248" actId="20577"/>
              <pc2:cmMkLst xmlns:pc2="http://schemas.microsoft.com/office/powerpoint/2019/9/main/command">
                <pc:docMk/>
                <pc:sldMk cId="323746144" sldId="2147481211"/>
                <pc2:cmMk id="{39EB2F37-B8FD-49D1-A4FF-14B267B24A40}"/>
              </pc2:cmMkLst>
            </pc226:cmChg>
          </p:ext>
        </pc:extLst>
      </pc:sldChg>
      <pc:sldChg chg="modSp mod">
        <pc:chgData name="Hernan Ramirez Diaz" userId="0b0763af-8f1b-4303-84e1-6429285cc810" providerId="ADAL" clId="{42163F52-BB8D-4D37-ACEA-9F3481FEDAF8}" dt="2025-10-09T04:58:22.879" v="22528" actId="1035"/>
        <pc:sldMkLst>
          <pc:docMk/>
          <pc:sldMk cId="83366420" sldId="2147481212"/>
        </pc:sldMkLst>
      </pc:sldChg>
      <pc:sldChg chg="delSp modSp mod">
        <pc:chgData name="Hernan Ramirez Diaz" userId="0b0763af-8f1b-4303-84e1-6429285cc810" providerId="ADAL" clId="{42163F52-BB8D-4D37-ACEA-9F3481FEDAF8}" dt="2025-10-09T17:03:58.170" v="22792" actId="20577"/>
        <pc:sldMkLst>
          <pc:docMk/>
          <pc:sldMk cId="1270242671" sldId="2147481213"/>
        </pc:sldMkLst>
        <pc:spChg chg="mod">
          <ac:chgData name="Hernan Ramirez Diaz" userId="0b0763af-8f1b-4303-84e1-6429285cc810" providerId="ADAL" clId="{42163F52-BB8D-4D37-ACEA-9F3481FEDAF8}" dt="2025-10-09T17:03:58.170" v="22792" actId="20577"/>
          <ac:spMkLst>
            <pc:docMk/>
            <pc:sldMk cId="1270242671" sldId="2147481213"/>
            <ac:spMk id="4" creationId="{F93D6D7D-FF3F-82F6-14A4-6285C0323998}"/>
          </ac:spMkLst>
        </pc:spChg>
        <pc:graphicFrameChg chg="mod modGraphic">
          <ac:chgData name="Hernan Ramirez Diaz" userId="0b0763af-8f1b-4303-84e1-6429285cc810" providerId="ADAL" clId="{42163F52-BB8D-4D37-ACEA-9F3481FEDAF8}" dt="2025-10-03T22:43:17.109" v="14321" actId="207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delSp modSp mod">
        <pc:chgData name="Hernan Ramirez Diaz" userId="0b0763af-8f1b-4303-84e1-6429285cc810" providerId="ADAL" clId="{42163F52-BB8D-4D37-ACEA-9F3481FEDAF8}" dt="2025-10-09T05:00:32.384" v="22644" actId="1035"/>
        <pc:sldMkLst>
          <pc:docMk/>
          <pc:sldMk cId="1389874235" sldId="2147481214"/>
        </pc:sldMkLst>
      </pc:sldChg>
      <pc:sldChg chg="modSp add mod">
        <pc:chgData name="Hernan Ramirez Diaz" userId="0b0763af-8f1b-4303-84e1-6429285cc810" providerId="ADAL" clId="{42163F52-BB8D-4D37-ACEA-9F3481FEDAF8}" dt="2025-10-03T19:58:25.863" v="12889" actId="14100"/>
        <pc:sldMkLst>
          <pc:docMk/>
          <pc:sldMk cId="300876207" sldId="2147481215"/>
        </pc:sldMkLst>
      </pc:sldChg>
      <pc:sldChg chg="add del ord">
        <pc:chgData name="Hernan Ramirez Diaz" userId="0b0763af-8f1b-4303-84e1-6429285cc810" providerId="ADAL" clId="{42163F52-BB8D-4D37-ACEA-9F3481FEDAF8}" dt="2025-10-03T19:19:44.098" v="12538" actId="2696"/>
        <pc:sldMkLst>
          <pc:docMk/>
          <pc:sldMk cId="3040778351" sldId="2147481215"/>
        </pc:sldMkLst>
      </pc:sldChg>
      <pc:sldChg chg="del">
        <pc:chgData name="Hernan Ramirez Diaz" userId="0b0763af-8f1b-4303-84e1-6429285cc810" providerId="ADAL" clId="{42163F52-BB8D-4D37-ACEA-9F3481FEDAF8}" dt="2025-10-01T19:52:59.448" v="3710" actId="47"/>
        <pc:sldMkLst>
          <pc:docMk/>
          <pc:sldMk cId="1707149320" sldId="2147481216"/>
        </pc:sldMkLst>
      </pc:sldChg>
      <pc:sldChg chg="addSp delSp modSp mod ord modCm">
        <pc:chgData name="Hernan Ramirez Diaz" userId="0b0763af-8f1b-4303-84e1-6429285cc810" providerId="ADAL" clId="{42163F52-BB8D-4D37-ACEA-9F3481FEDAF8}" dt="2025-10-09T17:24:41.542" v="22829" actId="20577"/>
        <pc:sldMkLst>
          <pc:docMk/>
          <pc:sldMk cId="3892756515" sldId="214748121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Hernan Ramirez Diaz" userId="0b0763af-8f1b-4303-84e1-6429285cc810" providerId="ADAL" clId="{42163F52-BB8D-4D37-ACEA-9F3481FEDAF8}" dt="2025-10-09T17:24:41.542" v="22829" actId="20577"/>
              <pc2:cmMkLst xmlns:pc2="http://schemas.microsoft.com/office/powerpoint/2019/9/main/command">
                <pc:docMk/>
                <pc:sldMk cId="3892756515" sldId="2147481219"/>
                <pc2:cmMk id="{E4D7CC20-49CD-274F-A77F-C5E4F47D747E}"/>
              </pc2:cmMkLst>
            </pc226:cmChg>
          </p:ext>
        </pc:extLst>
      </pc:sldChg>
      <pc:sldChg chg="modSp mod modCm">
        <pc:chgData name="Hernan Ramirez Diaz" userId="0b0763af-8f1b-4303-84e1-6429285cc810" providerId="ADAL" clId="{42163F52-BB8D-4D37-ACEA-9F3481FEDAF8}" dt="2025-10-09T04:59:47.752" v="22596" actId="1035"/>
        <pc:sldMkLst>
          <pc:docMk/>
          <pc:sldMk cId="1157813500" sldId="21474812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Hernan Ramirez Diaz" userId="0b0763af-8f1b-4303-84e1-6429285cc810" providerId="ADAL" clId="{42163F52-BB8D-4D37-ACEA-9F3481FEDAF8}" dt="2025-10-07T18:20:22.027" v="21107" actId="20577"/>
              <pc2:cmMkLst xmlns:pc2="http://schemas.microsoft.com/office/powerpoint/2019/9/main/command">
                <pc:docMk/>
                <pc:sldMk cId="1157813500" sldId="2147481222"/>
                <pc2:cmMk id="{0E9EAFC1-53E0-4A88-9A39-BCE44D7D16F2}"/>
              </pc2:cmMkLst>
            </pc226:cmChg>
          </p:ext>
        </pc:extLst>
      </pc:sldChg>
      <pc:sldChg chg="modSp mod">
        <pc:chgData name="Hernan Ramirez Diaz" userId="0b0763af-8f1b-4303-84e1-6429285cc810" providerId="ADAL" clId="{42163F52-BB8D-4D37-ACEA-9F3481FEDAF8}" dt="2025-10-09T04:59:40.805" v="22590" actId="1035"/>
        <pc:sldMkLst>
          <pc:docMk/>
          <pc:sldMk cId="4242413873" sldId="2147481223"/>
        </pc:sldMkLst>
      </pc:sldChg>
      <pc:sldChg chg="ord">
        <pc:chgData name="Hernan Ramirez Diaz" userId="0b0763af-8f1b-4303-84e1-6429285cc810" providerId="ADAL" clId="{42163F52-BB8D-4D37-ACEA-9F3481FEDAF8}" dt="2025-09-26T17:20:04.965" v="447"/>
        <pc:sldMkLst>
          <pc:docMk/>
          <pc:sldMk cId="3621352377" sldId="2147481224"/>
        </pc:sldMkLst>
      </pc:sldChg>
      <pc:sldChg chg="ord">
        <pc:chgData name="Hernan Ramirez Diaz" userId="0b0763af-8f1b-4303-84e1-6429285cc810" providerId="ADAL" clId="{42163F52-BB8D-4D37-ACEA-9F3481FEDAF8}" dt="2025-09-26T17:01:54.525" v="385"/>
        <pc:sldMkLst>
          <pc:docMk/>
          <pc:sldMk cId="2178493738" sldId="2147481225"/>
        </pc:sldMkLst>
      </pc:sldChg>
      <pc:sldChg chg="addSp delSp modSp mod ord modCm">
        <pc:chgData name="Hernan Ramirez Diaz" userId="0b0763af-8f1b-4303-84e1-6429285cc810" providerId="ADAL" clId="{42163F52-BB8D-4D37-ACEA-9F3481FEDAF8}" dt="2025-10-09T17:15:40.602" v="22819" actId="20577"/>
        <pc:sldMkLst>
          <pc:docMk/>
          <pc:sldMk cId="2560992972" sldId="214748122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Hernan Ramirez Diaz" userId="0b0763af-8f1b-4303-84e1-6429285cc810" providerId="ADAL" clId="{42163F52-BB8D-4D37-ACEA-9F3481FEDAF8}" dt="2025-10-09T17:15:40.602" v="22819" actId="20577"/>
              <pc2:cmMkLst xmlns:pc2="http://schemas.microsoft.com/office/powerpoint/2019/9/main/command">
                <pc:docMk/>
                <pc:sldMk cId="2560992972" sldId="2147481227"/>
                <pc2:cmMk id="{72D62EF9-F7A0-4789-9637-4F84044DA606}"/>
              </pc2:cmMkLst>
            </pc226:cmChg>
          </p:ext>
        </pc:extLst>
      </pc:sldChg>
      <pc:sldChg chg="addSp delSp modSp mod ord">
        <pc:chgData name="Hernan Ramirez Diaz" userId="0b0763af-8f1b-4303-84e1-6429285cc810" providerId="ADAL" clId="{42163F52-BB8D-4D37-ACEA-9F3481FEDAF8}" dt="2025-10-09T19:32:50.791" v="23064" actId="1037"/>
        <pc:sldMkLst>
          <pc:docMk/>
          <pc:sldMk cId="427855662" sldId="2147481228"/>
        </pc:sldMkLst>
      </pc:sldChg>
      <pc:sldChg chg="modSp mod ord modNotesTx">
        <pc:chgData name="Hernan Ramirez Diaz" userId="0b0763af-8f1b-4303-84e1-6429285cc810" providerId="ADAL" clId="{42163F52-BB8D-4D37-ACEA-9F3481FEDAF8}" dt="2025-10-09T04:57:52.012" v="22487" actId="1035"/>
        <pc:sldMkLst>
          <pc:docMk/>
          <pc:sldMk cId="1426298556" sldId="2147481229"/>
        </pc:sldMkLst>
      </pc:sldChg>
      <pc:sldChg chg="addSp delSp modSp mod">
        <pc:chgData name="Hernan Ramirez Diaz" userId="0b0763af-8f1b-4303-84e1-6429285cc810" providerId="ADAL" clId="{42163F52-BB8D-4D37-ACEA-9F3481FEDAF8}" dt="2025-10-09T04:57:58.079" v="22501" actId="1035"/>
        <pc:sldMkLst>
          <pc:docMk/>
          <pc:sldMk cId="3134119948" sldId="2147481230"/>
        </pc:sldMkLst>
      </pc:sldChg>
      <pc:sldChg chg="delSp modSp del mod">
        <pc:chgData name="Hernan Ramirez Diaz" userId="0b0763af-8f1b-4303-84e1-6429285cc810" providerId="ADAL" clId="{42163F52-BB8D-4D37-ACEA-9F3481FEDAF8}" dt="2025-10-02T20:26:03.335" v="8228" actId="47"/>
        <pc:sldMkLst>
          <pc:docMk/>
          <pc:sldMk cId="1129204174" sldId="2147481231"/>
        </pc:sldMkLst>
      </pc:sldChg>
      <pc:sldChg chg="addSp delSp modSp mod modCm">
        <pc:chgData name="Hernan Ramirez Diaz" userId="0b0763af-8f1b-4303-84e1-6429285cc810" providerId="ADAL" clId="{42163F52-BB8D-4D37-ACEA-9F3481FEDAF8}" dt="2025-10-09T18:59:36.975" v="22935" actId="20577"/>
        <pc:sldMkLst>
          <pc:docMk/>
          <pc:sldMk cId="1893241687" sldId="214748123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Hernan Ramirez Diaz" userId="0b0763af-8f1b-4303-84e1-6429285cc810" providerId="ADAL" clId="{42163F52-BB8D-4D37-ACEA-9F3481FEDAF8}" dt="2025-10-07T18:08:32.590" v="21033" actId="20577"/>
              <pc2:cmMkLst xmlns:pc2="http://schemas.microsoft.com/office/powerpoint/2019/9/main/command">
                <pc:docMk/>
                <pc:sldMk cId="1893241687" sldId="2147481232"/>
                <pc2:cmMk id="{29037932-B4DA-4A44-A2AC-7D730AFE600D}"/>
              </pc2:cmMkLst>
            </pc226:cmChg>
          </p:ext>
        </pc:extLst>
      </pc:sldChg>
      <pc:sldChg chg="addSp delSp modSp new mod ord">
        <pc:chgData name="Hernan Ramirez Diaz" userId="0b0763af-8f1b-4303-84e1-6429285cc810" providerId="ADAL" clId="{42163F52-BB8D-4D37-ACEA-9F3481FEDAF8}" dt="2025-10-01T19:15:27.007" v="3709"/>
        <pc:sldMkLst>
          <pc:docMk/>
          <pc:sldMk cId="4253379048" sldId="2147481233"/>
        </pc:sldMkLst>
      </pc:sldChg>
      <pc:sldChg chg="modSp mod">
        <pc:chgData name="Hernan Ramirez Diaz" userId="0b0763af-8f1b-4303-84e1-6429285cc810" providerId="ADAL" clId="{42163F52-BB8D-4D37-ACEA-9F3481FEDAF8}" dt="2025-10-02T18:50:50.363" v="7266" actId="1036"/>
        <pc:sldMkLst>
          <pc:docMk/>
          <pc:sldMk cId="3872972120" sldId="2147481234"/>
        </pc:sldMkLst>
      </pc:sldChg>
      <pc:sldChg chg="modSp mod">
        <pc:chgData name="Hernan Ramirez Diaz" userId="0b0763af-8f1b-4303-84e1-6429285cc810" providerId="ADAL" clId="{42163F52-BB8D-4D37-ACEA-9F3481FEDAF8}" dt="2025-09-30T18:22:12.515" v="2442" actId="20577"/>
        <pc:sldMkLst>
          <pc:docMk/>
          <pc:sldMk cId="2664751740" sldId="2147481235"/>
        </pc:sldMkLst>
      </pc:sldChg>
      <pc:sldChg chg="addSp delSp mod ord">
        <pc:chgData name="Hernan Ramirez Diaz" userId="0b0763af-8f1b-4303-84e1-6429285cc810" providerId="ADAL" clId="{42163F52-BB8D-4D37-ACEA-9F3481FEDAF8}" dt="2025-10-03T17:59:31.126" v="12393"/>
        <pc:sldMkLst>
          <pc:docMk/>
          <pc:sldMk cId="1567322584" sldId="2147481236"/>
        </pc:sldMkLst>
      </pc:sldChg>
      <pc:sldChg chg="mod ord modShow">
        <pc:chgData name="Hernan Ramirez Diaz" userId="0b0763af-8f1b-4303-84e1-6429285cc810" providerId="ADAL" clId="{42163F52-BB8D-4D37-ACEA-9F3481FEDAF8}" dt="2025-10-02T00:31:30.415" v="4706"/>
        <pc:sldMkLst>
          <pc:docMk/>
          <pc:sldMk cId="229596941" sldId="2147481237"/>
        </pc:sldMkLst>
      </pc:sldChg>
      <pc:sldChg chg="mod ord modShow">
        <pc:chgData name="Hernan Ramirez Diaz" userId="0b0763af-8f1b-4303-84e1-6429285cc810" providerId="ADAL" clId="{42163F52-BB8D-4D37-ACEA-9F3481FEDAF8}" dt="2025-10-02T00:11:50.455" v="4246"/>
        <pc:sldMkLst>
          <pc:docMk/>
          <pc:sldMk cId="3130016136" sldId="2147481241"/>
        </pc:sldMkLst>
      </pc:sldChg>
      <pc:sldChg chg="addSp delSp modSp mod ord modNotesTx">
        <pc:chgData name="Hernan Ramirez Diaz" userId="0b0763af-8f1b-4303-84e1-6429285cc810" providerId="ADAL" clId="{42163F52-BB8D-4D37-ACEA-9F3481FEDAF8}" dt="2025-10-09T04:50:09.294" v="22073" actId="1035"/>
        <pc:sldMkLst>
          <pc:docMk/>
          <pc:sldMk cId="3576209394" sldId="2147481243"/>
        </pc:sldMkLst>
      </pc:sldChg>
      <pc:sldChg chg="addSp delSp modSp mod ord modShow">
        <pc:chgData name="Hernan Ramirez Diaz" userId="0b0763af-8f1b-4303-84e1-6429285cc810" providerId="ADAL" clId="{42163F52-BB8D-4D37-ACEA-9F3481FEDAF8}" dt="2025-10-09T04:55:44.808" v="22353" actId="1035"/>
        <pc:sldMkLst>
          <pc:docMk/>
          <pc:sldMk cId="2460346233" sldId="2147481244"/>
        </pc:sldMkLst>
      </pc:sldChg>
      <pc:sldChg chg="delSp modSp add mod">
        <pc:chgData name="Hernan Ramirez Diaz" userId="0b0763af-8f1b-4303-84e1-6429285cc810" providerId="ADAL" clId="{42163F52-BB8D-4D37-ACEA-9F3481FEDAF8}" dt="2025-10-02T22:44:15.905" v="9401" actId="207"/>
        <pc:sldMkLst>
          <pc:docMk/>
          <pc:sldMk cId="3253257184" sldId="2147481245"/>
        </pc:sldMkLst>
      </pc:sldChg>
      <pc:sldChg chg="delSp modSp add mod">
        <pc:chgData name="Hernan Ramirez Diaz" userId="0b0763af-8f1b-4303-84e1-6429285cc810" providerId="ADAL" clId="{42163F52-BB8D-4D37-ACEA-9F3481FEDAF8}" dt="2025-09-30T22:49:21.331" v="3295" actId="478"/>
        <pc:sldMkLst>
          <pc:docMk/>
          <pc:sldMk cId="3132776874" sldId="2147481246"/>
        </pc:sldMkLst>
      </pc:sldChg>
      <pc:sldChg chg="modSp mod">
        <pc:chgData name="Hernan Ramirez Diaz" userId="0b0763af-8f1b-4303-84e1-6429285cc810" providerId="ADAL" clId="{42163F52-BB8D-4D37-ACEA-9F3481FEDAF8}" dt="2025-10-02T21:02:50.516" v="8870" actId="1036"/>
        <pc:sldMkLst>
          <pc:docMk/>
          <pc:sldMk cId="1484297181" sldId="2147481247"/>
        </pc:sldMkLst>
      </pc:sldChg>
      <pc:sldChg chg="addSp delSp modSp add mod">
        <pc:chgData name="Hernan Ramirez Diaz" userId="0b0763af-8f1b-4303-84e1-6429285cc810" providerId="ADAL" clId="{42163F52-BB8D-4D37-ACEA-9F3481FEDAF8}" dt="2025-10-09T04:25:13.090" v="21978" actId="1035"/>
        <pc:sldMkLst>
          <pc:docMk/>
          <pc:sldMk cId="2852939510" sldId="2147481248"/>
        </pc:sldMkLst>
      </pc:sldChg>
      <pc:sldChg chg="modSp mod ord">
        <pc:chgData name="Hernan Ramirez Diaz" userId="0b0763af-8f1b-4303-84e1-6429285cc810" providerId="ADAL" clId="{42163F52-BB8D-4D37-ACEA-9F3481FEDAF8}" dt="2025-10-09T04:58:28.772" v="22530" actId="1035"/>
        <pc:sldMkLst>
          <pc:docMk/>
          <pc:sldMk cId="25791284" sldId="2147481249"/>
        </pc:sldMkLst>
      </pc:sldChg>
      <pc:sldChg chg="addSp delSp modSp add mod ord modNotesTx">
        <pc:chgData name="Hernan Ramirez Diaz" userId="0b0763af-8f1b-4303-84e1-6429285cc810" providerId="ADAL" clId="{42163F52-BB8D-4D37-ACEA-9F3481FEDAF8}" dt="2025-10-02T19:20:52.887" v="7370"/>
        <pc:sldMkLst>
          <pc:docMk/>
          <pc:sldMk cId="2176796729" sldId="2147481250"/>
        </pc:sldMkLst>
      </pc:sldChg>
      <pc:sldChg chg="addSp delSp modSp add del mod ord">
        <pc:chgData name="Hernan Ramirez Diaz" userId="0b0763af-8f1b-4303-84e1-6429285cc810" providerId="ADAL" clId="{42163F52-BB8D-4D37-ACEA-9F3481FEDAF8}" dt="2025-10-01T01:45:35.806" v="3698" actId="47"/>
        <pc:sldMkLst>
          <pc:docMk/>
          <pc:sldMk cId="1939539720" sldId="2147481251"/>
        </pc:sldMkLst>
      </pc:sldChg>
      <pc:sldChg chg="addSp modSp mod ord">
        <pc:chgData name="Hernan Ramirez Diaz" userId="0b0763af-8f1b-4303-84e1-6429285cc810" providerId="ADAL" clId="{42163F52-BB8D-4D37-ACEA-9F3481FEDAF8}" dt="2025-10-09T19:29:16.947" v="22953" actId="27918"/>
        <pc:sldMkLst>
          <pc:docMk/>
          <pc:sldMk cId="3718838375" sldId="2147481253"/>
        </pc:sldMkLst>
      </pc:sldChg>
      <pc:sldChg chg="addSp modSp new mod">
        <pc:chgData name="Hernan Ramirez Diaz" userId="0b0763af-8f1b-4303-84e1-6429285cc810" providerId="ADAL" clId="{42163F52-BB8D-4D37-ACEA-9F3481FEDAF8}" dt="2025-10-04T05:38:27.615" v="18257" actId="20577"/>
        <pc:sldMkLst>
          <pc:docMk/>
          <pc:sldMk cId="988488" sldId="2147481255"/>
        </pc:sldMkLst>
      </pc:sldChg>
      <pc:sldChg chg="new del">
        <pc:chgData name="Hernan Ramirez Diaz" userId="0b0763af-8f1b-4303-84e1-6429285cc810" providerId="ADAL" clId="{42163F52-BB8D-4D37-ACEA-9F3481FEDAF8}" dt="2025-10-04T00:12:44.661" v="16123" actId="47"/>
        <pc:sldMkLst>
          <pc:docMk/>
          <pc:sldMk cId="2390622337" sldId="2147481256"/>
        </pc:sldMkLst>
      </pc:sldChg>
      <pc:sldChg chg="delSp modSp add mod">
        <pc:chgData name="Hernan Ramirez Diaz" userId="0b0763af-8f1b-4303-84e1-6429285cc810" providerId="ADAL" clId="{42163F52-BB8D-4D37-ACEA-9F3481FEDAF8}" dt="2025-10-09T18:48:15.920" v="22884" actId="20577"/>
        <pc:sldMkLst>
          <pc:docMk/>
          <pc:sldMk cId="2682905776" sldId="2147481257"/>
        </pc:sldMkLst>
      </pc:sldChg>
      <pc:sldChg chg="addSp delSp modSp add mod modNotesTx">
        <pc:chgData name="Hernan Ramirez Diaz" userId="0b0763af-8f1b-4303-84e1-6429285cc810" providerId="ADAL" clId="{42163F52-BB8D-4D37-ACEA-9F3481FEDAF8}" dt="2025-10-09T19:06:07.148" v="22938" actId="20577"/>
        <pc:sldMkLst>
          <pc:docMk/>
          <pc:sldMk cId="2763871" sldId="2147481258"/>
        </pc:sldMkLst>
      </pc:sldChg>
      <pc:sldChg chg="delSp modSp del mod">
        <pc:chgData name="Hernan Ramirez Diaz" userId="0b0763af-8f1b-4303-84e1-6429285cc810" providerId="ADAL" clId="{42163F52-BB8D-4D37-ACEA-9F3481FEDAF8}" dt="2025-10-03T16:59:58.268" v="11141" actId="47"/>
        <pc:sldMkLst>
          <pc:docMk/>
          <pc:sldMk cId="2295337202" sldId="2147481259"/>
        </pc:sldMkLst>
      </pc:sldChg>
      <pc:sldChg chg="addSp delSp modSp mod modNotesTx">
        <pc:chgData name="Hernan Ramirez Diaz" userId="0b0763af-8f1b-4303-84e1-6429285cc810" providerId="ADAL" clId="{42163F52-BB8D-4D37-ACEA-9F3481FEDAF8}" dt="2025-10-09T19:21:31.977" v="22951" actId="20577"/>
        <pc:sldMkLst>
          <pc:docMk/>
          <pc:sldMk cId="2022463905" sldId="2147481260"/>
        </pc:sldMkLst>
      </pc:sldChg>
      <pc:sldChg chg="addSp delSp modSp mod">
        <pc:chgData name="Hernan Ramirez Diaz" userId="0b0763af-8f1b-4303-84e1-6429285cc810" providerId="ADAL" clId="{42163F52-BB8D-4D37-ACEA-9F3481FEDAF8}" dt="2025-10-09T04:58:46.353" v="22549" actId="14100"/>
        <pc:sldMkLst>
          <pc:docMk/>
          <pc:sldMk cId="648698299" sldId="2147481261"/>
        </pc:sldMkLst>
      </pc:sldChg>
      <pc:sldChg chg="addSp delSp modSp add mod modNotesTx">
        <pc:chgData name="Hernan Ramirez Diaz" userId="0b0763af-8f1b-4303-84e1-6429285cc810" providerId="ADAL" clId="{42163F52-BB8D-4D37-ACEA-9F3481FEDAF8}" dt="2025-10-09T04:59:29.596" v="22587" actId="1035"/>
        <pc:sldMkLst>
          <pc:docMk/>
          <pc:sldMk cId="4145473322" sldId="2147481262"/>
        </pc:sldMkLst>
      </pc:sldChg>
      <pc:sldChg chg="addSp delSp modSp add mod">
        <pc:chgData name="Hernan Ramirez Diaz" userId="0b0763af-8f1b-4303-84e1-6429285cc810" providerId="ADAL" clId="{42163F52-BB8D-4D37-ACEA-9F3481FEDAF8}" dt="2025-10-09T05:00:17.277" v="22629" actId="1035"/>
        <pc:sldMkLst>
          <pc:docMk/>
          <pc:sldMk cId="345488764" sldId="2147481264"/>
        </pc:sldMkLst>
      </pc:sldChg>
      <pc:sldChg chg="addSp delSp modSp mod ord">
        <pc:chgData name="Hernan Ramirez Diaz" userId="0b0763af-8f1b-4303-84e1-6429285cc810" providerId="ADAL" clId="{42163F52-BB8D-4D37-ACEA-9F3481FEDAF8}" dt="2025-10-04T04:45:30.488" v="17443"/>
        <pc:sldMkLst>
          <pc:docMk/>
          <pc:sldMk cId="2503961039" sldId="2147481265"/>
        </pc:sldMkLst>
      </pc:sldChg>
      <pc:sldChg chg="modSp add mod">
        <pc:chgData name="Hernan Ramirez Diaz" userId="0b0763af-8f1b-4303-84e1-6429285cc810" providerId="ADAL" clId="{42163F52-BB8D-4D37-ACEA-9F3481FEDAF8}" dt="2025-10-03T19:58:37.894" v="12890" actId="14100"/>
        <pc:sldMkLst>
          <pc:docMk/>
          <pc:sldMk cId="863687252" sldId="2147481266"/>
        </pc:sldMkLst>
      </pc:sldChg>
      <pc:sldChg chg="modSp add mod">
        <pc:chgData name="Hernan Ramirez Diaz" userId="0b0763af-8f1b-4303-84e1-6429285cc810" providerId="ADAL" clId="{42163F52-BB8D-4D37-ACEA-9F3481FEDAF8}" dt="2025-10-03T19:22:30.157" v="12629" actId="20577"/>
        <pc:sldMkLst>
          <pc:docMk/>
          <pc:sldMk cId="1129400367" sldId="2147481267"/>
        </pc:sldMkLst>
      </pc:sldChg>
      <pc:sldChg chg="modSp add mod">
        <pc:chgData name="Hernan Ramirez Diaz" userId="0b0763af-8f1b-4303-84e1-6429285cc810" providerId="ADAL" clId="{42163F52-BB8D-4D37-ACEA-9F3481FEDAF8}" dt="2025-10-03T22:38:00.493" v="14302" actId="20577"/>
        <pc:sldMkLst>
          <pc:docMk/>
          <pc:sldMk cId="645413853" sldId="2147481268"/>
        </pc:sldMkLst>
      </pc:sldChg>
      <pc:sldChg chg="modSp add mod">
        <pc:chgData name="Hernan Ramirez Diaz" userId="0b0763af-8f1b-4303-84e1-6429285cc810" providerId="ADAL" clId="{42163F52-BB8D-4D37-ACEA-9F3481FEDAF8}" dt="2025-10-03T19:58:45.624" v="12891" actId="14100"/>
        <pc:sldMkLst>
          <pc:docMk/>
          <pc:sldMk cId="3907743225" sldId="2147481269"/>
        </pc:sldMkLst>
      </pc:sldChg>
      <pc:sldChg chg="modSp add mod">
        <pc:chgData name="Hernan Ramirez Diaz" userId="0b0763af-8f1b-4303-84e1-6429285cc810" providerId="ADAL" clId="{42163F52-BB8D-4D37-ACEA-9F3481FEDAF8}" dt="2025-10-03T19:58:54.074" v="12892" actId="14100"/>
        <pc:sldMkLst>
          <pc:docMk/>
          <pc:sldMk cId="2080702279" sldId="2147481270"/>
        </pc:sldMkLst>
      </pc:sldChg>
      <pc:sldChg chg="addSp delSp modSp mod ord">
        <pc:chgData name="Hernan Ramirez Diaz" userId="0b0763af-8f1b-4303-84e1-6429285cc810" providerId="ADAL" clId="{42163F52-BB8D-4D37-ACEA-9F3481FEDAF8}" dt="2025-10-09T04:58:07.039" v="22505" actId="1035"/>
        <pc:sldMkLst>
          <pc:docMk/>
          <pc:sldMk cId="869299062" sldId="2147481271"/>
        </pc:sldMkLst>
      </pc:sldChg>
      <pc:sldChg chg="modSp new del mod">
        <pc:chgData name="Hernan Ramirez Diaz" userId="0b0763af-8f1b-4303-84e1-6429285cc810" providerId="ADAL" clId="{42163F52-BB8D-4D37-ACEA-9F3481FEDAF8}" dt="2025-10-04T06:03:41.892" v="18453" actId="47"/>
        <pc:sldMkLst>
          <pc:docMk/>
          <pc:sldMk cId="3779341304" sldId="2147481272"/>
        </pc:sldMkLst>
      </pc:sldChg>
      <pc:sldChg chg="new">
        <pc:chgData name="Hernan Ramirez Diaz" userId="0b0763af-8f1b-4303-84e1-6429285cc810" providerId="ADAL" clId="{42163F52-BB8D-4D37-ACEA-9F3481FEDAF8}" dt="2025-10-03T22:57:27.833" v="14445" actId="680"/>
        <pc:sldMkLst>
          <pc:docMk/>
          <pc:sldMk cId="1252616050" sldId="2147481273"/>
        </pc:sldMkLst>
      </pc:sldChg>
      <pc:sldChg chg="addSp delSp modSp add mod ord">
        <pc:chgData name="Hernan Ramirez Diaz" userId="0b0763af-8f1b-4303-84e1-6429285cc810" providerId="ADAL" clId="{42163F52-BB8D-4D37-ACEA-9F3481FEDAF8}" dt="2025-10-04T00:27:05.972" v="16436" actId="1076"/>
        <pc:sldMkLst>
          <pc:docMk/>
          <pc:sldMk cId="1976876559" sldId="2147481274"/>
        </pc:sldMkLst>
      </pc:sldChg>
      <pc:sldChg chg="delSp add mod ord">
        <pc:chgData name="Hernan Ramirez Diaz" userId="0b0763af-8f1b-4303-84e1-6429285cc810" providerId="ADAL" clId="{42163F52-BB8D-4D37-ACEA-9F3481FEDAF8}" dt="2025-10-04T00:21:17.826" v="16356"/>
        <pc:sldMkLst>
          <pc:docMk/>
          <pc:sldMk cId="68822884" sldId="2147481275"/>
        </pc:sldMkLst>
      </pc:sldChg>
      <pc:sldChg chg="addSp delSp modSp add mod">
        <pc:chgData name="Hernan Ramirez Diaz" userId="0b0763af-8f1b-4303-84e1-6429285cc810" providerId="ADAL" clId="{42163F52-BB8D-4D37-ACEA-9F3481FEDAF8}" dt="2025-10-08T18:03:35.166" v="21342" actId="1076"/>
        <pc:sldMkLst>
          <pc:docMk/>
          <pc:sldMk cId="926817997" sldId="2147481276"/>
        </pc:sldMkLst>
      </pc:sldChg>
      <pc:sldChg chg="delSp modSp add del mod ord">
        <pc:chgData name="Hernan Ramirez Diaz" userId="0b0763af-8f1b-4303-84e1-6429285cc810" providerId="ADAL" clId="{42163F52-BB8D-4D37-ACEA-9F3481FEDAF8}" dt="2025-10-04T06:05:30.878" v="18628" actId="47"/>
        <pc:sldMkLst>
          <pc:docMk/>
          <pc:sldMk cId="938116946" sldId="2147481277"/>
        </pc:sldMkLst>
      </pc:sldChg>
      <pc:sldChg chg="addSp delSp modSp add mod ord">
        <pc:chgData name="Hernan Ramirez Diaz" userId="0b0763af-8f1b-4303-84e1-6429285cc810" providerId="ADAL" clId="{42163F52-BB8D-4D37-ACEA-9F3481FEDAF8}" dt="2025-10-09T19:19:56.706" v="22940" actId="115"/>
        <pc:sldMkLst>
          <pc:docMk/>
          <pc:sldMk cId="2350308366" sldId="2147481278"/>
        </pc:sldMkLst>
      </pc:sldChg>
      <pc:sldChg chg="modSp mod">
        <pc:chgData name="Hernan Ramirez Diaz" userId="0b0763af-8f1b-4303-84e1-6429285cc810" providerId="ADAL" clId="{42163F52-BB8D-4D37-ACEA-9F3481FEDAF8}" dt="2025-10-09T16:55:50.150" v="22770" actId="1035"/>
        <pc:sldMkLst>
          <pc:docMk/>
          <pc:sldMk cId="1618464510" sldId="2147481280"/>
        </pc:sldMkLst>
      </pc:sldChg>
      <pc:sldChg chg="modSp mod">
        <pc:chgData name="Hernan Ramirez Diaz" userId="0b0763af-8f1b-4303-84e1-6429285cc810" providerId="ADAL" clId="{42163F52-BB8D-4D37-ACEA-9F3481FEDAF8}" dt="2025-10-09T17:04:19.208" v="22794" actId="20577"/>
        <pc:sldMkLst>
          <pc:docMk/>
          <pc:sldMk cId="2379161747" sldId="2147481286"/>
        </pc:sldMkLst>
      </pc:sldChg>
      <pc:sldChg chg="modSp mod">
        <pc:chgData name="Hernan Ramirez Diaz" userId="0b0763af-8f1b-4303-84e1-6429285cc810" providerId="ADAL" clId="{42163F52-BB8D-4D37-ACEA-9F3481FEDAF8}" dt="2025-10-09T17:04:16.565" v="22793" actId="20577"/>
        <pc:sldMkLst>
          <pc:docMk/>
          <pc:sldMk cId="2042423855" sldId="2147481287"/>
        </pc:sldMkLst>
      </pc:sldChg>
      <pc:sldChg chg="modSp mod">
        <pc:chgData name="Hernan Ramirez Diaz" userId="0b0763af-8f1b-4303-84e1-6429285cc810" providerId="ADAL" clId="{42163F52-BB8D-4D37-ACEA-9F3481FEDAF8}" dt="2025-10-08T18:04:09.094" v="21366" actId="1076"/>
        <pc:sldMkLst>
          <pc:docMk/>
          <pc:sldMk cId="1156650361" sldId="2147481291"/>
        </pc:sldMkLst>
      </pc:sldChg>
      <pc:sldChg chg="modSp mod ord">
        <pc:chgData name="Hernan Ramirez Diaz" userId="0b0763af-8f1b-4303-84e1-6429285cc810" providerId="ADAL" clId="{42163F52-BB8D-4D37-ACEA-9F3481FEDAF8}" dt="2025-10-08T18:09:50.816" v="21544"/>
        <pc:sldMkLst>
          <pc:docMk/>
          <pc:sldMk cId="277216321" sldId="2147481295"/>
        </pc:sldMkLst>
      </pc:sldChg>
      <pc:sldChg chg="add del">
        <pc:chgData name="Hernan Ramirez Diaz" userId="0b0763af-8f1b-4303-84e1-6429285cc810" providerId="ADAL" clId="{42163F52-BB8D-4D37-ACEA-9F3481FEDAF8}" dt="2025-10-09T23:46:55.071" v="23066" actId="47"/>
        <pc:sldMkLst>
          <pc:docMk/>
          <pc:sldMk cId="3933677755" sldId="2147481297"/>
        </pc:sldMkLst>
      </pc:sldChg>
    </pc:docChg>
  </pc:docChgLst>
  <pc:docChgLst>
    <pc:chgData name="Michael Bruno" userId="ed6069a4-1fcb-46c4-b4b7-85c279acb11e" providerId="ADAL" clId="{613589E5-1A9A-41C5-92C9-D44D19F40B73}"/>
    <pc:docChg chg="custSel modSld">
      <pc:chgData name="Michael Bruno" userId="ed6069a4-1fcb-46c4-b4b7-85c279acb11e" providerId="ADAL" clId="{613589E5-1A9A-41C5-92C9-D44D19F40B73}" dt="2025-10-10T20:06:34.494" v="3" actId="13926"/>
      <pc:docMkLst>
        <pc:docMk/>
      </pc:docMkLst>
      <pc:sldChg chg="delSp modSp mod">
        <pc:chgData name="Michael Bruno" userId="ed6069a4-1fcb-46c4-b4b7-85c279acb11e" providerId="ADAL" clId="{613589E5-1A9A-41C5-92C9-D44D19F40B73}" dt="2025-10-09T23:11:36.343" v="2" actId="478"/>
        <pc:sldMkLst>
          <pc:docMk/>
          <pc:sldMk cId="0" sldId="260"/>
        </pc:sldMkLst>
      </pc:sldChg>
      <pc:sldChg chg="modSp mod">
        <pc:chgData name="Michael Bruno" userId="ed6069a4-1fcb-46c4-b4b7-85c279acb11e" providerId="ADAL" clId="{613589E5-1A9A-41C5-92C9-D44D19F40B73}" dt="2025-10-10T20:06:34.494" v="3" actId="13926"/>
        <pc:sldMkLst>
          <pc:docMk/>
          <pc:sldMk cId="829862625" sldId="2147481206"/>
        </pc:sldMkLst>
      </pc:sldChg>
    </pc:docChg>
  </pc:docChgLst>
  <pc:docChgLst>
    <pc:chgData name="Ridhima Dhawan" userId="41b5bd7b-df07-43ed-9321-8df1cf164a12" providerId="ADAL" clId="{454EBA3A-CFA7-4557-80A3-8406924164EC}"/>
    <pc:docChg chg="undo custSel addSld delSld modSld sldOrd delSection modSection">
      <pc:chgData name="Ridhima Dhawan" userId="41b5bd7b-df07-43ed-9321-8df1cf164a12" providerId="ADAL" clId="{454EBA3A-CFA7-4557-80A3-8406924164EC}" dt="2025-09-26T16:50:09.182" v="9258" actId="20577"/>
      <pc:docMkLst>
        <pc:docMk/>
      </pc:docMkLst>
      <pc:sldChg chg="modSp mod">
        <pc:chgData name="Ridhima Dhawan" userId="41b5bd7b-df07-43ed-9321-8df1cf164a12" providerId="ADAL" clId="{454EBA3A-CFA7-4557-80A3-8406924164EC}" dt="2025-09-19T04:20:02.730" v="1329" actId="20577"/>
        <pc:sldMkLst>
          <pc:docMk/>
          <pc:sldMk cId="0" sldId="274"/>
        </pc:sldMkLst>
      </pc:sldChg>
      <pc:sldChg chg="modSp mod">
        <pc:chgData name="Ridhima Dhawan" userId="41b5bd7b-df07-43ed-9321-8df1cf164a12" providerId="ADAL" clId="{454EBA3A-CFA7-4557-80A3-8406924164EC}" dt="2025-09-17T17:37:21.941" v="5" actId="20577"/>
        <pc:sldMkLst>
          <pc:docMk/>
          <pc:sldMk cId="0" sldId="275"/>
        </pc:sldMkLst>
      </pc:sldChg>
      <pc:sldChg chg="addSp delSp modSp mod">
        <pc:chgData name="Ridhima Dhawan" userId="41b5bd7b-df07-43ed-9321-8df1cf164a12" providerId="ADAL" clId="{454EBA3A-CFA7-4557-80A3-8406924164EC}" dt="2025-09-23T16:11:19.018" v="2066" actId="14100"/>
        <pc:sldMkLst>
          <pc:docMk/>
          <pc:sldMk cId="1694384516" sldId="285"/>
        </pc:sldMkLst>
      </pc:sldChg>
      <pc:sldChg chg="addSp delSp modSp mod modNotesTx">
        <pc:chgData name="Ridhima Dhawan" userId="41b5bd7b-df07-43ed-9321-8df1cf164a12" providerId="ADAL" clId="{454EBA3A-CFA7-4557-80A3-8406924164EC}" dt="2025-09-19T03:52:27.481" v="1232" actId="20577"/>
        <pc:sldMkLst>
          <pc:docMk/>
          <pc:sldMk cId="3180984745" sldId="333"/>
        </pc:sldMkLst>
      </pc:sldChg>
      <pc:sldChg chg="addSp delSp modSp mod ord modNotesTx">
        <pc:chgData name="Ridhima Dhawan" userId="41b5bd7b-df07-43ed-9321-8df1cf164a12" providerId="ADAL" clId="{454EBA3A-CFA7-4557-80A3-8406924164EC}" dt="2025-09-25T15:58:08.681" v="9002" actId="20577"/>
        <pc:sldMkLst>
          <pc:docMk/>
          <pc:sldMk cId="2675615646" sldId="419"/>
        </pc:sldMkLst>
      </pc:sldChg>
      <pc:sldChg chg="del">
        <pc:chgData name="Ridhima Dhawan" userId="41b5bd7b-df07-43ed-9321-8df1cf164a12" providerId="ADAL" clId="{454EBA3A-CFA7-4557-80A3-8406924164EC}" dt="2025-09-17T17:41:25.728" v="134" actId="47"/>
        <pc:sldMkLst>
          <pc:docMk/>
          <pc:sldMk cId="1299622664" sldId="434"/>
        </pc:sldMkLst>
      </pc:sldChg>
      <pc:sldChg chg="addSp delSp modSp add mod">
        <pc:chgData name="Ridhima Dhawan" userId="41b5bd7b-df07-43ed-9321-8df1cf164a12" providerId="ADAL" clId="{454EBA3A-CFA7-4557-80A3-8406924164EC}" dt="2025-09-23T19:05:17.611" v="6364" actId="20577"/>
        <pc:sldMkLst>
          <pc:docMk/>
          <pc:sldMk cId="2128657008" sldId="2147481209"/>
        </pc:sldMkLst>
      </pc:sldChg>
      <pc:sldChg chg="addSp delSp modSp new mod ord">
        <pc:chgData name="Ridhima Dhawan" userId="41b5bd7b-df07-43ed-9321-8df1cf164a12" providerId="ADAL" clId="{454EBA3A-CFA7-4557-80A3-8406924164EC}" dt="2025-09-25T15:39:08.861" v="8952" actId="1076"/>
        <pc:sldMkLst>
          <pc:docMk/>
          <pc:sldMk cId="1105021549" sldId="2147481210"/>
        </pc:sldMkLst>
      </pc:sldChg>
      <pc:sldChg chg="addSp delSp modSp add mod">
        <pc:chgData name="Ridhima Dhawan" userId="41b5bd7b-df07-43ed-9321-8df1cf164a12" providerId="ADAL" clId="{454EBA3A-CFA7-4557-80A3-8406924164EC}" dt="2025-09-26T06:42:10.782" v="9233" actId="20577"/>
        <pc:sldMkLst>
          <pc:docMk/>
          <pc:sldMk cId="323746144" sldId="2147481211"/>
        </pc:sldMkLst>
      </pc:sldChg>
      <pc:sldChg chg="addSp delSp modSp add mod">
        <pc:chgData name="Ridhima Dhawan" userId="41b5bd7b-df07-43ed-9321-8df1cf164a12" providerId="ADAL" clId="{454EBA3A-CFA7-4557-80A3-8406924164EC}" dt="2025-09-23T16:39:12.998" v="3725" actId="1076"/>
        <pc:sldMkLst>
          <pc:docMk/>
          <pc:sldMk cId="83366420" sldId="2147481212"/>
        </pc:sldMkLst>
      </pc:sldChg>
      <pc:sldChg chg="addSp delSp modSp add mod">
        <pc:chgData name="Ridhima Dhawan" userId="41b5bd7b-df07-43ed-9321-8df1cf164a12" providerId="ADAL" clId="{454EBA3A-CFA7-4557-80A3-8406924164EC}" dt="2025-09-26T06:45:21.549" v="9234" actId="1076"/>
        <pc:sldMkLst>
          <pc:docMk/>
          <pc:sldMk cId="1270242671" sldId="2147481213"/>
        </pc:sldMkLst>
        <pc:spChg chg="mod">
          <ac:chgData name="Ridhima Dhawan" userId="41b5bd7b-df07-43ed-9321-8df1cf164a12" providerId="ADAL" clId="{454EBA3A-CFA7-4557-80A3-8406924164EC}" dt="2025-09-23T16:51:56.192" v="3918" actId="20577"/>
          <ac:spMkLst>
            <pc:docMk/>
            <pc:sldMk cId="1270242671" sldId="2147481213"/>
            <ac:spMk id="3" creationId="{BF8AA7B9-40BC-BD5B-A38F-B69FFA6E6319}"/>
          </ac:spMkLst>
        </pc:spChg>
        <pc:spChg chg="add mod">
          <ac:chgData name="Ridhima Dhawan" userId="41b5bd7b-df07-43ed-9321-8df1cf164a12" providerId="ADAL" clId="{454EBA3A-CFA7-4557-80A3-8406924164EC}" dt="2025-09-26T06:45:21.549" v="9234" actId="1076"/>
          <ac:spMkLst>
            <pc:docMk/>
            <pc:sldMk cId="1270242671" sldId="2147481213"/>
            <ac:spMk id="4" creationId="{F93D6D7D-FF3F-82F6-14A4-6285C0323998}"/>
          </ac:spMkLst>
        </pc:spChg>
        <pc:graphicFrameChg chg="add mod modGraphic">
          <ac:chgData name="Ridhima Dhawan" userId="41b5bd7b-df07-43ed-9321-8df1cf164a12" providerId="ADAL" clId="{454EBA3A-CFA7-4557-80A3-8406924164EC}" dt="2025-09-23T23:14:56.318" v="7961" actId="1076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addSp delSp modSp add mod">
        <pc:chgData name="Ridhima Dhawan" userId="41b5bd7b-df07-43ed-9321-8df1cf164a12" providerId="ADAL" clId="{454EBA3A-CFA7-4557-80A3-8406924164EC}" dt="2025-09-23T18:42:17.814" v="6250" actId="20577"/>
        <pc:sldMkLst>
          <pc:docMk/>
          <pc:sldMk cId="1389874235" sldId="2147481214"/>
        </pc:sldMkLst>
      </pc:sldChg>
      <pc:sldChg chg="modSp add mod">
        <pc:chgData name="Ridhima Dhawan" userId="41b5bd7b-df07-43ed-9321-8df1cf164a12" providerId="ADAL" clId="{454EBA3A-CFA7-4557-80A3-8406924164EC}" dt="2025-09-17T17:51:09.912" v="323" actId="20577"/>
        <pc:sldMkLst>
          <pc:docMk/>
          <pc:sldMk cId="3040778351" sldId="2147481215"/>
        </pc:sldMkLst>
      </pc:sldChg>
      <pc:sldChg chg="delSp modSp add mod ord">
        <pc:chgData name="Ridhima Dhawan" userId="41b5bd7b-df07-43ed-9321-8df1cf164a12" providerId="ADAL" clId="{454EBA3A-CFA7-4557-80A3-8406924164EC}" dt="2025-09-17T20:05:15.773" v="1049" actId="313"/>
        <pc:sldMkLst>
          <pc:docMk/>
          <pc:sldMk cId="1707149320" sldId="2147481216"/>
        </pc:sldMkLst>
      </pc:sldChg>
      <pc:sldChg chg="add">
        <pc:chgData name="Ridhima Dhawan" userId="41b5bd7b-df07-43ed-9321-8df1cf164a12" providerId="ADAL" clId="{454EBA3A-CFA7-4557-80A3-8406924164EC}" dt="2025-09-19T04:19:51.802" v="1315" actId="2890"/>
        <pc:sldMkLst>
          <pc:docMk/>
          <pc:sldMk cId="2307073506" sldId="2147481217"/>
        </pc:sldMkLst>
      </pc:sldChg>
      <pc:sldChg chg="addSp delSp modSp add mod">
        <pc:chgData name="Ridhima Dhawan" userId="41b5bd7b-df07-43ed-9321-8df1cf164a12" providerId="ADAL" clId="{454EBA3A-CFA7-4557-80A3-8406924164EC}" dt="2025-09-23T19:06:18.876" v="6365" actId="14100"/>
        <pc:sldMkLst>
          <pc:docMk/>
          <pc:sldMk cId="145336846" sldId="2147481218"/>
        </pc:sldMkLst>
      </pc:sldChg>
      <pc:sldChg chg="addSp delSp modSp new mod">
        <pc:chgData name="Ridhima Dhawan" userId="41b5bd7b-df07-43ed-9321-8df1cf164a12" providerId="ADAL" clId="{454EBA3A-CFA7-4557-80A3-8406924164EC}" dt="2025-09-25T15:21:33.063" v="8938" actId="20577"/>
        <pc:sldMkLst>
          <pc:docMk/>
          <pc:sldMk cId="2449955966" sldId="2147481220"/>
        </pc:sldMkLst>
      </pc:sldChg>
      <pc:sldChg chg="addSp delSp modSp add mod">
        <pc:chgData name="Ridhima Dhawan" userId="41b5bd7b-df07-43ed-9321-8df1cf164a12" providerId="ADAL" clId="{454EBA3A-CFA7-4557-80A3-8406924164EC}" dt="2025-09-23T23:12:20.625" v="7960" actId="1076"/>
        <pc:sldMkLst>
          <pc:docMk/>
          <pc:sldMk cId="3753532281" sldId="2147481221"/>
        </pc:sldMkLst>
      </pc:sldChg>
      <pc:sldChg chg="addSp delSp modSp add mod ord">
        <pc:chgData name="Ridhima Dhawan" userId="41b5bd7b-df07-43ed-9321-8df1cf164a12" providerId="ADAL" clId="{454EBA3A-CFA7-4557-80A3-8406924164EC}" dt="2025-09-26T16:50:09.182" v="9258" actId="20577"/>
        <pc:sldMkLst>
          <pc:docMk/>
          <pc:sldMk cId="1157813500" sldId="2147481222"/>
        </pc:sldMkLst>
      </pc:sldChg>
      <pc:sldChg chg="addSp delSp modSp add mod ord replId">
        <pc:chgData name="Ridhima Dhawan" userId="41b5bd7b-df07-43ed-9321-8df1cf164a12" providerId="ADAL" clId="{454EBA3A-CFA7-4557-80A3-8406924164EC}" dt="2025-09-23T18:24:32.029" v="5732" actId="20577"/>
        <pc:sldMkLst>
          <pc:docMk/>
          <pc:sldMk cId="4242413873" sldId="2147481223"/>
        </pc:sldMkLst>
      </pc:sldChg>
      <pc:sldChg chg="addSp delSp modSp add mod">
        <pc:chgData name="Ridhima Dhawan" userId="41b5bd7b-df07-43ed-9321-8df1cf164a12" providerId="ADAL" clId="{454EBA3A-CFA7-4557-80A3-8406924164EC}" dt="2025-09-26T06:40:51.484" v="9216" actId="404"/>
        <pc:sldMkLst>
          <pc:docMk/>
          <pc:sldMk cId="3621352377" sldId="2147481224"/>
        </pc:sldMkLst>
      </pc:sldChg>
      <pc:sldChg chg="addSp delSp modSp add mod">
        <pc:chgData name="Ridhima Dhawan" userId="41b5bd7b-df07-43ed-9321-8df1cf164a12" providerId="ADAL" clId="{454EBA3A-CFA7-4557-80A3-8406924164EC}" dt="2025-09-25T15:39:35.496" v="8966" actId="20577"/>
        <pc:sldMkLst>
          <pc:docMk/>
          <pc:sldMk cId="2178493738" sldId="2147481225"/>
        </pc:sldMkLst>
      </pc:sldChg>
      <pc:sldChg chg="delSp modSp add mod">
        <pc:chgData name="Ridhima Dhawan" userId="41b5bd7b-df07-43ed-9321-8df1cf164a12" providerId="ADAL" clId="{454EBA3A-CFA7-4557-80A3-8406924164EC}" dt="2025-09-25T18:48:13.249" v="9135" actId="20577"/>
        <pc:sldMkLst>
          <pc:docMk/>
          <pc:sldMk cId="1394883244" sldId="2147481226"/>
        </pc:sldMkLst>
      </pc:sldChg>
      <pc:sldChg chg="addSp delSp modSp add mod">
        <pc:chgData name="Ridhima Dhawan" userId="41b5bd7b-df07-43ed-9321-8df1cf164a12" providerId="ADAL" clId="{454EBA3A-CFA7-4557-80A3-8406924164EC}" dt="2025-09-25T15:59:22.730" v="9080" actId="20577"/>
        <pc:sldMkLst>
          <pc:docMk/>
          <pc:sldMk cId="2560992972" sldId="2147481227"/>
        </pc:sldMkLst>
      </pc:sldChg>
      <pc:sldChg chg="modSp add mod">
        <pc:chgData name="Ridhima Dhawan" userId="41b5bd7b-df07-43ed-9321-8df1cf164a12" providerId="ADAL" clId="{454EBA3A-CFA7-4557-80A3-8406924164EC}" dt="2025-09-25T15:59:30.763" v="9087" actId="20577"/>
        <pc:sldMkLst>
          <pc:docMk/>
          <pc:sldMk cId="427855662" sldId="2147481228"/>
        </pc:sldMkLst>
      </pc:sldChg>
      <pc:sldMasterChg chg="delSldLayout">
        <pc:chgData name="Ridhima Dhawan" userId="41b5bd7b-df07-43ed-9321-8df1cf164a12" providerId="ADAL" clId="{454EBA3A-CFA7-4557-80A3-8406924164EC}" dt="2025-09-23T16:11:22.319" v="2067" actId="47"/>
        <pc:sldMasterMkLst>
          <pc:docMk/>
          <pc:sldMasterMk cId="1804289383" sldId="2147483648"/>
        </pc:sldMasterMkLst>
      </pc:sldMasterChg>
    </pc:docChg>
  </pc:docChgLst>
  <pc:docChgLst>
    <pc:chgData name="Kate Tharp" userId="S::kate.tharp@vml.com::f673b90c-5ccd-4f11-b817-79e0f5d8c583" providerId="AD" clId="Web-{A1CFB926-845E-A4C8-E1FE-729016EF509A}"/>
    <pc:docChg chg="mod">
      <pc:chgData name="Kate Tharp" userId="S::kate.tharp@vml.com::f673b90c-5ccd-4f11-b817-79e0f5d8c583" providerId="AD" clId="Web-{A1CFB926-845E-A4C8-E1FE-729016EF509A}" dt="2025-09-30T17:14:33.967" v="0"/>
      <pc:docMkLst>
        <pc:docMk/>
      </pc:docMkLst>
    </pc:docChg>
  </pc:docChgLst>
  <pc:docChgLst>
    <pc:chgData name="Hernan Ramirez Diaz" userId="0b0763af-8f1b-4303-84e1-6429285cc810" providerId="ADAL" clId="{2822E497-8A7B-4458-B97C-66D815959D76}"/>
    <pc:docChg chg="undo redo custSel addSld delSld modSld sldOrd modSection">
      <pc:chgData name="Hernan Ramirez Diaz" userId="0b0763af-8f1b-4303-84e1-6429285cc810" providerId="ADAL" clId="{2822E497-8A7B-4458-B97C-66D815959D76}" dt="2025-09-02T20:40:05.164" v="28504" actId="20577"/>
      <pc:docMkLst>
        <pc:docMk/>
      </pc:docMkLst>
    </pc:docChg>
  </pc:docChgLst>
  <pc:docChgLst>
    <pc:chgData name="Casey Lee" userId="4bc459e0-655e-452e-96c2-b918c0999cdb" providerId="ADAL" clId="{FEDCCBD3-F3AF-4248-98FF-B03AEB6CAACA}"/>
    <pc:docChg chg="undo redo custSel addSld delSld modSld sldOrd modSection">
      <pc:chgData name="Casey Lee" userId="4bc459e0-655e-452e-96c2-b918c0999cdb" providerId="ADAL" clId="{FEDCCBD3-F3AF-4248-98FF-B03AEB6CAACA}" dt="2025-10-17T17:36:01.193" v="70061" actId="21"/>
      <pc:docMkLst>
        <pc:docMk/>
      </pc:docMkLst>
      <pc:sldChg chg="ord">
        <pc:chgData name="Casey Lee" userId="4bc459e0-655e-452e-96c2-b918c0999cdb" providerId="ADAL" clId="{FEDCCBD3-F3AF-4248-98FF-B03AEB6CAACA}" dt="2025-10-02T20:28:16.132" v="37985"/>
        <pc:sldMkLst>
          <pc:docMk/>
          <pc:sldMk cId="1802258249" sldId="280"/>
        </pc:sldMkLst>
      </pc:sldChg>
      <pc:sldChg chg="modSp mod">
        <pc:chgData name="Casey Lee" userId="4bc459e0-655e-452e-96c2-b918c0999cdb" providerId="ADAL" clId="{FEDCCBD3-F3AF-4248-98FF-B03AEB6CAACA}" dt="2025-09-30T16:47:04.428" v="21631" actId="20577"/>
        <pc:sldMkLst>
          <pc:docMk/>
          <pc:sldMk cId="1694384516" sldId="285"/>
        </pc:sldMkLst>
      </pc:sldChg>
      <pc:sldChg chg="add del mod ord modShow">
        <pc:chgData name="Casey Lee" userId="4bc459e0-655e-452e-96c2-b918c0999cdb" providerId="ADAL" clId="{FEDCCBD3-F3AF-4248-98FF-B03AEB6CAACA}" dt="2025-09-26T16:35:44.883" v="4535"/>
        <pc:sldMkLst>
          <pc:docMk/>
          <pc:sldMk cId="2227000735" sldId="307"/>
        </pc:sldMkLst>
      </pc:sldChg>
      <pc:sldChg chg="addSp delSp modSp mod ord">
        <pc:chgData name="Casey Lee" userId="4bc459e0-655e-452e-96c2-b918c0999cdb" providerId="ADAL" clId="{FEDCCBD3-F3AF-4248-98FF-B03AEB6CAACA}" dt="2025-10-10T15:24:34.837" v="70048" actId="20577"/>
        <pc:sldMkLst>
          <pc:docMk/>
          <pc:sldMk cId="3180984745" sldId="333"/>
        </pc:sldMkLst>
      </pc:sldChg>
      <pc:sldChg chg="modSp mod ord">
        <pc:chgData name="Casey Lee" userId="4bc459e0-655e-452e-96c2-b918c0999cdb" providerId="ADAL" clId="{FEDCCBD3-F3AF-4248-98FF-B03AEB6CAACA}" dt="2025-10-02T20:28:16.132" v="37985"/>
        <pc:sldMkLst>
          <pc:docMk/>
          <pc:sldMk cId="1946109353" sldId="355"/>
        </pc:sldMkLst>
      </pc:sldChg>
      <pc:sldChg chg="addSp delSp modSp mod ord">
        <pc:chgData name="Casey Lee" userId="4bc459e0-655e-452e-96c2-b918c0999cdb" providerId="ADAL" clId="{FEDCCBD3-F3AF-4248-98FF-B03AEB6CAACA}" dt="2025-09-29T13:57:09.558" v="11695"/>
        <pc:sldMkLst>
          <pc:docMk/>
          <pc:sldMk cId="2675615646" sldId="419"/>
        </pc:sldMkLst>
      </pc:sldChg>
      <pc:sldChg chg="addSp delSp modSp mod modCm">
        <pc:chgData name="Casey Lee" userId="4bc459e0-655e-452e-96c2-b918c0999cdb" providerId="ADAL" clId="{FEDCCBD3-F3AF-4248-98FF-B03AEB6CAACA}" dt="2025-10-06T14:20:14.006" v="51184" actId="20577"/>
        <pc:sldMkLst>
          <pc:docMk/>
          <pc:sldMk cId="1299622664" sldId="4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Casey Lee" userId="4bc459e0-655e-452e-96c2-b918c0999cdb" providerId="ADAL" clId="{FEDCCBD3-F3AF-4248-98FF-B03AEB6CAACA}" dt="2025-10-06T14:20:14.006" v="51184" actId="20577"/>
              <pc2:cmMkLst xmlns:pc2="http://schemas.microsoft.com/office/powerpoint/2019/9/main/command">
                <pc:docMk/>
                <pc:sldMk cId="1299622664" sldId="434"/>
                <pc2:cmMk id="{9C52BFDD-9F11-4C01-8EA9-393721749318}"/>
              </pc2:cmMkLst>
            </pc226:cmChg>
          </p:ext>
        </pc:extLst>
      </pc:sldChg>
      <pc:sldChg chg="add del ord">
        <pc:chgData name="Casey Lee" userId="4bc459e0-655e-452e-96c2-b918c0999cdb" providerId="ADAL" clId="{FEDCCBD3-F3AF-4248-98FF-B03AEB6CAACA}" dt="2025-10-02T15:55:33.977" v="28746"/>
        <pc:sldMkLst>
          <pc:docMk/>
          <pc:sldMk cId="3900277827" sldId="2147478250"/>
        </pc:sldMkLst>
      </pc:sldChg>
      <pc:sldChg chg="add ord">
        <pc:chgData name="Casey Lee" userId="4bc459e0-655e-452e-96c2-b918c0999cdb" providerId="ADAL" clId="{FEDCCBD3-F3AF-4248-98FF-B03AEB6CAACA}" dt="2025-10-02T15:55:33.977" v="28746"/>
        <pc:sldMkLst>
          <pc:docMk/>
          <pc:sldMk cId="2066716811" sldId="2147478329"/>
        </pc:sldMkLst>
      </pc:sldChg>
      <pc:sldChg chg="add del">
        <pc:chgData name="Casey Lee" userId="4bc459e0-655e-452e-96c2-b918c0999cdb" providerId="ADAL" clId="{FEDCCBD3-F3AF-4248-98FF-B03AEB6CAACA}" dt="2025-09-19T19:13:18.647" v="2"/>
        <pc:sldMkLst>
          <pc:docMk/>
          <pc:sldMk cId="679476797" sldId="2147480949"/>
        </pc:sldMkLst>
      </pc:sldChg>
      <pc:sldChg chg="addSp delSp modSp add mod ord">
        <pc:chgData name="Casey Lee" userId="4bc459e0-655e-452e-96c2-b918c0999cdb" providerId="ADAL" clId="{FEDCCBD3-F3AF-4248-98FF-B03AEB6CAACA}" dt="2025-10-07T13:38:34.824" v="59882"/>
        <pc:sldMkLst>
          <pc:docMk/>
          <pc:sldMk cId="2761368814" sldId="2147481181"/>
        </pc:sldMkLst>
      </pc:sldChg>
      <pc:sldChg chg="addSp delSp modSp add del mod">
        <pc:chgData name="Casey Lee" userId="4bc459e0-655e-452e-96c2-b918c0999cdb" providerId="ADAL" clId="{FEDCCBD3-F3AF-4248-98FF-B03AEB6CAACA}" dt="2025-09-29T14:22:47.094" v="12758" actId="47"/>
        <pc:sldMkLst>
          <pc:docMk/>
          <pc:sldMk cId="3069225704" sldId="2147481199"/>
        </pc:sldMkLst>
      </pc:sldChg>
      <pc:sldChg chg="modSp add del mod">
        <pc:chgData name="Casey Lee" userId="4bc459e0-655e-452e-96c2-b918c0999cdb" providerId="ADAL" clId="{FEDCCBD3-F3AF-4248-98FF-B03AEB6CAACA}" dt="2025-10-03T15:18:34.054" v="43364" actId="47"/>
        <pc:sldMkLst>
          <pc:docMk/>
          <pc:sldMk cId="2500079299" sldId="2147481200"/>
        </pc:sldMkLst>
      </pc:sldChg>
      <pc:sldChg chg="modSp add mod ord modCm">
        <pc:chgData name="Casey Lee" userId="4bc459e0-655e-452e-96c2-b918c0999cdb" providerId="ADAL" clId="{FEDCCBD3-F3AF-4248-98FF-B03AEB6CAACA}" dt="2025-10-10T21:45:55.195" v="70049" actId="13926"/>
        <pc:sldMkLst>
          <pc:docMk/>
          <pc:sldMk cId="829862625" sldId="214748120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Casey Lee" userId="4bc459e0-655e-452e-96c2-b918c0999cdb" providerId="ADAL" clId="{FEDCCBD3-F3AF-4248-98FF-B03AEB6CAACA}" dt="2025-10-08T14:25:52.778" v="68521" actId="20577"/>
              <pc2:cmMkLst xmlns:pc2="http://schemas.microsoft.com/office/powerpoint/2019/9/main/command">
                <pc:docMk/>
                <pc:sldMk cId="829862625" sldId="2147481206"/>
                <pc2:cmMk id="{8C1768B5-F339-4F29-B263-E3C0B5FBF0A5}"/>
              </pc2:cmMkLst>
            </pc226:cmChg>
          </p:ext>
        </pc:extLst>
      </pc:sldChg>
      <pc:sldChg chg="addSp modSp mod ord">
        <pc:chgData name="Casey Lee" userId="4bc459e0-655e-452e-96c2-b918c0999cdb" providerId="ADAL" clId="{FEDCCBD3-F3AF-4248-98FF-B03AEB6CAACA}" dt="2025-09-26T16:40:01.486" v="4856"/>
        <pc:sldMkLst>
          <pc:docMk/>
          <pc:sldMk cId="2128657008" sldId="2147481209"/>
        </pc:sldMkLst>
      </pc:sldChg>
      <pc:sldChg chg="addSp delSp modSp mod">
        <pc:chgData name="Casey Lee" userId="4bc459e0-655e-452e-96c2-b918c0999cdb" providerId="ADAL" clId="{FEDCCBD3-F3AF-4248-98FF-B03AEB6CAACA}" dt="2025-09-19T20:25:41.897" v="1420" actId="20577"/>
        <pc:sldMkLst>
          <pc:docMk/>
          <pc:sldMk cId="1105021549" sldId="2147481210"/>
        </pc:sldMkLst>
      </pc:sldChg>
      <pc:sldChg chg="addSp delSp modSp mod modCm">
        <pc:chgData name="Casey Lee" userId="4bc459e0-655e-452e-96c2-b918c0999cdb" providerId="ADAL" clId="{FEDCCBD3-F3AF-4248-98FF-B03AEB6CAACA}" dt="2025-10-02T17:39:03.548" v="33313" actId="20577"/>
        <pc:sldMkLst>
          <pc:docMk/>
          <pc:sldMk cId="323746144" sldId="21474812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Casey Lee" userId="4bc459e0-655e-452e-96c2-b918c0999cdb" providerId="ADAL" clId="{FEDCCBD3-F3AF-4248-98FF-B03AEB6CAACA}" dt="2025-10-02T17:39:03.548" v="33313" actId="20577"/>
              <pc2:cmMkLst xmlns:pc2="http://schemas.microsoft.com/office/powerpoint/2019/9/main/command">
                <pc:docMk/>
                <pc:sldMk cId="323746144" sldId="2147481211"/>
                <pc2:cmMk id="{39EB2F37-B8FD-49D1-A4FF-14B267B24A40}"/>
              </pc2:cmMkLst>
            </pc226:cmChg>
          </p:ext>
        </pc:extLst>
      </pc:sldChg>
      <pc:sldChg chg="addSp delSp modSp mod ord">
        <pc:chgData name="Casey Lee" userId="4bc459e0-655e-452e-96c2-b918c0999cdb" providerId="ADAL" clId="{FEDCCBD3-F3AF-4248-98FF-B03AEB6CAACA}" dt="2025-10-07T16:36:18.841" v="65435" actId="1076"/>
        <pc:sldMkLst>
          <pc:docMk/>
          <pc:sldMk cId="83366420" sldId="2147481212"/>
        </pc:sldMkLst>
      </pc:sldChg>
      <pc:sldChg chg="addSp delSp modSp mod">
        <pc:chgData name="Casey Lee" userId="4bc459e0-655e-452e-96c2-b918c0999cdb" providerId="ADAL" clId="{FEDCCBD3-F3AF-4248-98FF-B03AEB6CAACA}" dt="2025-10-06T14:44:31.164" v="51234" actId="20577"/>
        <pc:sldMkLst>
          <pc:docMk/>
          <pc:sldMk cId="1270242671" sldId="2147481213"/>
        </pc:sldMkLst>
        <pc:spChg chg="mod">
          <ac:chgData name="Casey Lee" userId="4bc459e0-655e-452e-96c2-b918c0999cdb" providerId="ADAL" clId="{FEDCCBD3-F3AF-4248-98FF-B03AEB6CAACA}" dt="2025-10-06T14:44:31.164" v="51234" actId="20577"/>
          <ac:spMkLst>
            <pc:docMk/>
            <pc:sldMk cId="1270242671" sldId="2147481213"/>
            <ac:spMk id="4" creationId="{F93D6D7D-FF3F-82F6-14A4-6285C0323998}"/>
          </ac:spMkLst>
        </pc:spChg>
        <pc:graphicFrameChg chg="mod modGraphic">
          <ac:chgData name="Casey Lee" userId="4bc459e0-655e-452e-96c2-b918c0999cdb" providerId="ADAL" clId="{FEDCCBD3-F3AF-4248-98FF-B03AEB6CAACA}" dt="2025-10-03T18:57:42.221" v="46337" actId="1076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addSp delSp modSp mod">
        <pc:chgData name="Casey Lee" userId="4bc459e0-655e-452e-96c2-b918c0999cdb" providerId="ADAL" clId="{FEDCCBD3-F3AF-4248-98FF-B03AEB6CAACA}" dt="2025-10-08T14:48:01.931" v="68667" actId="403"/>
        <pc:sldMkLst>
          <pc:docMk/>
          <pc:sldMk cId="1389874235" sldId="2147481214"/>
        </pc:sldMkLst>
      </pc:sldChg>
      <pc:sldChg chg="del">
        <pc:chgData name="Casey Lee" userId="4bc459e0-655e-452e-96c2-b918c0999cdb" providerId="ADAL" clId="{FEDCCBD3-F3AF-4248-98FF-B03AEB6CAACA}" dt="2025-10-08T12:51:36.953" v="68169" actId="47"/>
        <pc:sldMkLst>
          <pc:docMk/>
          <pc:sldMk cId="300876207" sldId="2147481215"/>
        </pc:sldMkLst>
      </pc:sldChg>
      <pc:sldChg chg="addSp delSp modSp mod ord">
        <pc:chgData name="Casey Lee" userId="4bc459e0-655e-452e-96c2-b918c0999cdb" providerId="ADAL" clId="{FEDCCBD3-F3AF-4248-98FF-B03AEB6CAACA}" dt="2025-09-26T16:40:01.486" v="4856"/>
        <pc:sldMkLst>
          <pc:docMk/>
          <pc:sldMk cId="145336846" sldId="2147481218"/>
        </pc:sldMkLst>
      </pc:sldChg>
      <pc:sldChg chg="addSp delSp modSp add mod">
        <pc:chgData name="Casey Lee" userId="4bc459e0-655e-452e-96c2-b918c0999cdb" providerId="ADAL" clId="{FEDCCBD3-F3AF-4248-98FF-B03AEB6CAACA}" dt="2025-10-06T14:20:01.304" v="51183" actId="6549"/>
        <pc:sldMkLst>
          <pc:docMk/>
          <pc:sldMk cId="3892756515" sldId="2147481219"/>
        </pc:sldMkLst>
      </pc:sldChg>
      <pc:sldChg chg="modSp mod ord modShow">
        <pc:chgData name="Casey Lee" userId="4bc459e0-655e-452e-96c2-b918c0999cdb" providerId="ADAL" clId="{FEDCCBD3-F3AF-4248-98FF-B03AEB6CAACA}" dt="2025-09-30T17:31:46.536" v="22108" actId="729"/>
        <pc:sldMkLst>
          <pc:docMk/>
          <pc:sldMk cId="2449955966" sldId="2147481220"/>
        </pc:sldMkLst>
      </pc:sldChg>
      <pc:sldChg chg="modSp mod ord modShow">
        <pc:chgData name="Casey Lee" userId="4bc459e0-655e-452e-96c2-b918c0999cdb" providerId="ADAL" clId="{FEDCCBD3-F3AF-4248-98FF-B03AEB6CAACA}" dt="2025-09-30T17:31:46.536" v="22108" actId="729"/>
        <pc:sldMkLst>
          <pc:docMk/>
          <pc:sldMk cId="3753532281" sldId="2147481221"/>
        </pc:sldMkLst>
      </pc:sldChg>
      <pc:sldChg chg="addSp delSp modSp mod ord modCm">
        <pc:chgData name="Casey Lee" userId="4bc459e0-655e-452e-96c2-b918c0999cdb" providerId="ADAL" clId="{FEDCCBD3-F3AF-4248-98FF-B03AEB6CAACA}" dt="2025-10-02T17:57:31.753" v="34405" actId="255"/>
        <pc:sldMkLst>
          <pc:docMk/>
          <pc:sldMk cId="1157813500" sldId="21474812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Casey Lee" userId="4bc459e0-655e-452e-96c2-b918c0999cdb" providerId="ADAL" clId="{FEDCCBD3-F3AF-4248-98FF-B03AEB6CAACA}" dt="2025-10-02T17:15:03.050" v="32088" actId="20577"/>
              <pc2:cmMkLst xmlns:pc2="http://schemas.microsoft.com/office/powerpoint/2019/9/main/command">
                <pc:docMk/>
                <pc:sldMk cId="1157813500" sldId="2147481222"/>
                <pc2:cmMk id="{0E9EAFC1-53E0-4A88-9A39-BCE44D7D16F2}"/>
              </pc2:cmMkLst>
            </pc226:cmChg>
          </p:ext>
        </pc:extLst>
      </pc:sldChg>
      <pc:sldChg chg="addSp delSp modSp mod ord">
        <pc:chgData name="Casey Lee" userId="4bc459e0-655e-452e-96c2-b918c0999cdb" providerId="ADAL" clId="{FEDCCBD3-F3AF-4248-98FF-B03AEB6CAACA}" dt="2025-10-07T14:31:19.673" v="63115"/>
        <pc:sldMkLst>
          <pc:docMk/>
          <pc:sldMk cId="4242413873" sldId="2147481223"/>
        </pc:sldMkLst>
      </pc:sldChg>
      <pc:sldChg chg="ord">
        <pc:chgData name="Casey Lee" userId="4bc459e0-655e-452e-96c2-b918c0999cdb" providerId="ADAL" clId="{FEDCCBD3-F3AF-4248-98FF-B03AEB6CAACA}" dt="2025-09-30T16:46:42.429" v="21626"/>
        <pc:sldMkLst>
          <pc:docMk/>
          <pc:sldMk cId="3621352377" sldId="2147481224"/>
        </pc:sldMkLst>
      </pc:sldChg>
      <pc:sldChg chg="modSp mod ord">
        <pc:chgData name="Casey Lee" userId="4bc459e0-655e-452e-96c2-b918c0999cdb" providerId="ADAL" clId="{FEDCCBD3-F3AF-4248-98FF-B03AEB6CAACA}" dt="2025-09-30T16:46:16.686" v="21623"/>
        <pc:sldMkLst>
          <pc:docMk/>
          <pc:sldMk cId="1394883244" sldId="2147481226"/>
        </pc:sldMkLst>
      </pc:sldChg>
      <pc:sldChg chg="addSp delSp modSp mod modCm modNotesTx">
        <pc:chgData name="Casey Lee" userId="4bc459e0-655e-452e-96c2-b918c0999cdb" providerId="ADAL" clId="{FEDCCBD3-F3AF-4248-98FF-B03AEB6CAACA}" dt="2025-10-01T20:42:30.379" v="26286" actId="14100"/>
        <pc:sldMkLst>
          <pc:docMk/>
          <pc:sldMk cId="2560992972" sldId="214748122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Casey Lee" userId="4bc459e0-655e-452e-96c2-b918c0999cdb" providerId="ADAL" clId="{FEDCCBD3-F3AF-4248-98FF-B03AEB6CAACA}" dt="2025-10-01T20:02:15.709" v="25719" actId="20577"/>
              <pc2:cmMkLst xmlns:pc2="http://schemas.microsoft.com/office/powerpoint/2019/9/main/command">
                <pc:docMk/>
                <pc:sldMk cId="2560992972" sldId="2147481227"/>
                <pc2:cmMk id="{72D62EF9-F7A0-4789-9637-4F84044DA606}"/>
              </pc2:cmMkLst>
            </pc226:cmChg>
          </p:ext>
        </pc:extLst>
      </pc:sldChg>
      <pc:sldChg chg="addSp delSp modSp mod modNotesTx">
        <pc:chgData name="Casey Lee" userId="4bc459e0-655e-452e-96c2-b918c0999cdb" providerId="ADAL" clId="{FEDCCBD3-F3AF-4248-98FF-B03AEB6CAACA}" dt="2025-10-01T20:41:18.187" v="26285" actId="478"/>
        <pc:sldMkLst>
          <pc:docMk/>
          <pc:sldMk cId="427855662" sldId="2147481228"/>
        </pc:sldMkLst>
      </pc:sldChg>
      <pc:sldChg chg="addSp delSp modSp add mod ord">
        <pc:chgData name="Casey Lee" userId="4bc459e0-655e-452e-96c2-b918c0999cdb" providerId="ADAL" clId="{FEDCCBD3-F3AF-4248-98FF-B03AEB6CAACA}" dt="2025-10-07T14:04:08.712" v="61012" actId="1076"/>
        <pc:sldMkLst>
          <pc:docMk/>
          <pc:sldMk cId="1426298556" sldId="2147481229"/>
        </pc:sldMkLst>
      </pc:sldChg>
      <pc:sldChg chg="addSp delSp modSp add mod modNotesTx">
        <pc:chgData name="Casey Lee" userId="4bc459e0-655e-452e-96c2-b918c0999cdb" providerId="ADAL" clId="{FEDCCBD3-F3AF-4248-98FF-B03AEB6CAACA}" dt="2025-10-02T20:01:31.975" v="37715" actId="255"/>
        <pc:sldMkLst>
          <pc:docMk/>
          <pc:sldMk cId="3134119948" sldId="2147481230"/>
        </pc:sldMkLst>
      </pc:sldChg>
      <pc:sldChg chg="addSp delSp modSp add mod">
        <pc:chgData name="Casey Lee" userId="4bc459e0-655e-452e-96c2-b918c0999cdb" providerId="ADAL" clId="{FEDCCBD3-F3AF-4248-98FF-B03AEB6CAACA}" dt="2025-10-01T18:56:40.945" v="24342" actId="20577"/>
        <pc:sldMkLst>
          <pc:docMk/>
          <pc:sldMk cId="1129204174" sldId="2147481231"/>
        </pc:sldMkLst>
      </pc:sldChg>
      <pc:sldChg chg="modSp add mod ord">
        <pc:chgData name="Casey Lee" userId="4bc459e0-655e-452e-96c2-b918c0999cdb" providerId="ADAL" clId="{FEDCCBD3-F3AF-4248-98FF-B03AEB6CAACA}" dt="2025-10-03T20:38:46.309" v="48204" actId="1076"/>
        <pc:sldMkLst>
          <pc:docMk/>
          <pc:sldMk cId="1893241687" sldId="2147481232"/>
        </pc:sldMkLst>
      </pc:sldChg>
      <pc:sldChg chg="add del">
        <pc:chgData name="Casey Lee" userId="4bc459e0-655e-452e-96c2-b918c0999cdb" providerId="ADAL" clId="{FEDCCBD3-F3AF-4248-98FF-B03AEB6CAACA}" dt="2025-09-29T14:08:50.206" v="12280"/>
        <pc:sldMkLst>
          <pc:docMk/>
          <pc:sldMk cId="1370004904" sldId="2147481234"/>
        </pc:sldMkLst>
      </pc:sldChg>
      <pc:sldChg chg="addSp delSp modSp add del mod">
        <pc:chgData name="Casey Lee" userId="4bc459e0-655e-452e-96c2-b918c0999cdb" providerId="ADAL" clId="{FEDCCBD3-F3AF-4248-98FF-B03AEB6CAACA}" dt="2025-10-03T14:53:21.106" v="42144" actId="47"/>
        <pc:sldMkLst>
          <pc:docMk/>
          <pc:sldMk cId="3872972120" sldId="2147481234"/>
        </pc:sldMkLst>
      </pc:sldChg>
      <pc:sldChg chg="addSp delSp modSp add del mod">
        <pc:chgData name="Casey Lee" userId="4bc459e0-655e-452e-96c2-b918c0999cdb" providerId="ADAL" clId="{FEDCCBD3-F3AF-4248-98FF-B03AEB6CAACA}" dt="2025-10-03T13:59:31.111" v="41556" actId="47"/>
        <pc:sldMkLst>
          <pc:docMk/>
          <pc:sldMk cId="2664751740" sldId="2147481235"/>
        </pc:sldMkLst>
      </pc:sldChg>
      <pc:sldChg chg="addSp delSp modSp add mod modShow">
        <pc:chgData name="Casey Lee" userId="4bc459e0-655e-452e-96c2-b918c0999cdb" providerId="ADAL" clId="{FEDCCBD3-F3AF-4248-98FF-B03AEB6CAACA}" dt="2025-10-03T15:58:41.245" v="44921" actId="14100"/>
        <pc:sldMkLst>
          <pc:docMk/>
          <pc:sldMk cId="1567322584" sldId="2147481236"/>
        </pc:sldMkLst>
      </pc:sldChg>
      <pc:sldChg chg="addSp delSp modSp add mod ord">
        <pc:chgData name="Casey Lee" userId="4bc459e0-655e-452e-96c2-b918c0999cdb" providerId="ADAL" clId="{FEDCCBD3-F3AF-4248-98FF-B03AEB6CAACA}" dt="2025-10-02T05:31:02.461" v="27783" actId="27918"/>
        <pc:sldMkLst>
          <pc:docMk/>
          <pc:sldMk cId="229596941" sldId="2147481237"/>
        </pc:sldMkLst>
      </pc:sldChg>
      <pc:sldChg chg="addSp delSp modSp add del mod ord">
        <pc:chgData name="Casey Lee" userId="4bc459e0-655e-452e-96c2-b918c0999cdb" providerId="ADAL" clId="{FEDCCBD3-F3AF-4248-98FF-B03AEB6CAACA}" dt="2025-10-02T05:31:02.417" v="27779" actId="27918"/>
        <pc:sldMkLst>
          <pc:docMk/>
          <pc:sldMk cId="821359188" sldId="2147481238"/>
        </pc:sldMkLst>
      </pc:sldChg>
      <pc:sldChg chg="addSp delSp modSp add mod ord">
        <pc:chgData name="Casey Lee" userId="4bc459e0-655e-452e-96c2-b918c0999cdb" providerId="ADAL" clId="{FEDCCBD3-F3AF-4248-98FF-B03AEB6CAACA}" dt="2025-10-02T05:31:02.436" v="27781" actId="27918"/>
        <pc:sldMkLst>
          <pc:docMk/>
          <pc:sldMk cId="1694054532" sldId="2147481239"/>
        </pc:sldMkLst>
      </pc:sldChg>
      <pc:sldChg chg="addSp delSp modSp add mod ord">
        <pc:chgData name="Casey Lee" userId="4bc459e0-655e-452e-96c2-b918c0999cdb" providerId="ADAL" clId="{FEDCCBD3-F3AF-4248-98FF-B03AEB6CAACA}" dt="2025-10-02T05:31:02.449" v="27782" actId="27918"/>
        <pc:sldMkLst>
          <pc:docMk/>
          <pc:sldMk cId="3378682446" sldId="2147481240"/>
        </pc:sldMkLst>
      </pc:sldChg>
      <pc:sldChg chg="addSp delSp modSp add mod">
        <pc:chgData name="Casey Lee" userId="4bc459e0-655e-452e-96c2-b918c0999cdb" providerId="ADAL" clId="{FEDCCBD3-F3AF-4248-98FF-B03AEB6CAACA}" dt="2025-09-30T20:55:46.946" v="23942" actId="20577"/>
        <pc:sldMkLst>
          <pc:docMk/>
          <pc:sldMk cId="3130016136" sldId="2147481241"/>
        </pc:sldMkLst>
      </pc:sldChg>
      <pc:sldChg chg="add ord">
        <pc:chgData name="Casey Lee" userId="4bc459e0-655e-452e-96c2-b918c0999cdb" providerId="ADAL" clId="{FEDCCBD3-F3AF-4248-98FF-B03AEB6CAACA}" dt="2025-09-30T14:41:11.888" v="19035"/>
        <pc:sldMkLst>
          <pc:docMk/>
          <pc:sldMk cId="3652664627" sldId="2147481242"/>
        </pc:sldMkLst>
      </pc:sldChg>
      <pc:sldChg chg="addSp delSp modSp add mod ord">
        <pc:chgData name="Casey Lee" userId="4bc459e0-655e-452e-96c2-b918c0999cdb" providerId="ADAL" clId="{FEDCCBD3-F3AF-4248-98FF-B03AEB6CAACA}" dt="2025-10-06T14:26:54.755" v="51186" actId="20577"/>
        <pc:sldMkLst>
          <pc:docMk/>
          <pc:sldMk cId="3576209394" sldId="2147481243"/>
        </pc:sldMkLst>
      </pc:sldChg>
      <pc:sldChg chg="addSp delSp modSp add mod ord">
        <pc:chgData name="Casey Lee" userId="4bc459e0-655e-452e-96c2-b918c0999cdb" providerId="ADAL" clId="{FEDCCBD3-F3AF-4248-98FF-B03AEB6CAACA}" dt="2025-10-09T14:30:09.411" v="70035" actId="20577"/>
        <pc:sldMkLst>
          <pc:docMk/>
          <pc:sldMk cId="2460346233" sldId="2147481244"/>
        </pc:sldMkLst>
      </pc:sldChg>
      <pc:sldChg chg="delSp add del mod">
        <pc:chgData name="Casey Lee" userId="4bc459e0-655e-452e-96c2-b918c0999cdb" providerId="ADAL" clId="{FEDCCBD3-F3AF-4248-98FF-B03AEB6CAACA}" dt="2025-09-30T16:46:21.643" v="21624" actId="47"/>
        <pc:sldMkLst>
          <pc:docMk/>
          <pc:sldMk cId="3652261605" sldId="2147481244"/>
        </pc:sldMkLst>
      </pc:sldChg>
      <pc:sldChg chg="addSp delSp modSp del mod">
        <pc:chgData name="Casey Lee" userId="4bc459e0-655e-452e-96c2-b918c0999cdb" providerId="ADAL" clId="{FEDCCBD3-F3AF-4248-98FF-B03AEB6CAACA}" dt="2025-10-03T19:07:17.692" v="46513" actId="47"/>
        <pc:sldMkLst>
          <pc:docMk/>
          <pc:sldMk cId="3253257184" sldId="2147481245"/>
        </pc:sldMkLst>
      </pc:sldChg>
      <pc:sldChg chg="addSp delSp modSp del mod ord">
        <pc:chgData name="Casey Lee" userId="4bc459e0-655e-452e-96c2-b918c0999cdb" providerId="ADAL" clId="{FEDCCBD3-F3AF-4248-98FF-B03AEB6CAACA}" dt="2025-10-02T20:57:45.174" v="38909" actId="47"/>
        <pc:sldMkLst>
          <pc:docMk/>
          <pc:sldMk cId="3132776874" sldId="2147481246"/>
        </pc:sldMkLst>
      </pc:sldChg>
      <pc:sldChg chg="modSp mod">
        <pc:chgData name="Casey Lee" userId="4bc459e0-655e-452e-96c2-b918c0999cdb" providerId="ADAL" clId="{FEDCCBD3-F3AF-4248-98FF-B03AEB6CAACA}" dt="2025-10-09T14:29:41.840" v="70033" actId="20577"/>
        <pc:sldMkLst>
          <pc:docMk/>
          <pc:sldMk cId="2852939510" sldId="2147481248"/>
        </pc:sldMkLst>
      </pc:sldChg>
      <pc:sldChg chg="add ord">
        <pc:chgData name="Casey Lee" userId="4bc459e0-655e-452e-96c2-b918c0999cdb" providerId="ADAL" clId="{FEDCCBD3-F3AF-4248-98FF-B03AEB6CAACA}" dt="2025-10-01T19:21:14.031" v="24345"/>
        <pc:sldMkLst>
          <pc:docMk/>
          <pc:sldMk cId="2363090598" sldId="2147481251"/>
        </pc:sldMkLst>
      </pc:sldChg>
      <pc:sldChg chg="add ord">
        <pc:chgData name="Casey Lee" userId="4bc459e0-655e-452e-96c2-b918c0999cdb" providerId="ADAL" clId="{FEDCCBD3-F3AF-4248-98FF-B03AEB6CAACA}" dt="2025-10-01T19:25:21.977" v="24350"/>
        <pc:sldMkLst>
          <pc:docMk/>
          <pc:sldMk cId="2326761967" sldId="2147481252"/>
        </pc:sldMkLst>
      </pc:sldChg>
      <pc:sldChg chg="addSp delSp modSp add mod ord">
        <pc:chgData name="Casey Lee" userId="4bc459e0-655e-452e-96c2-b918c0999cdb" providerId="ADAL" clId="{FEDCCBD3-F3AF-4248-98FF-B03AEB6CAACA}" dt="2025-10-02T05:31:02.401" v="27778" actId="27918"/>
        <pc:sldMkLst>
          <pc:docMk/>
          <pc:sldMk cId="3718838375" sldId="2147481253"/>
        </pc:sldMkLst>
      </pc:sldChg>
      <pc:sldChg chg="add del">
        <pc:chgData name="Casey Lee" userId="4bc459e0-655e-452e-96c2-b918c0999cdb" providerId="ADAL" clId="{FEDCCBD3-F3AF-4248-98FF-B03AEB6CAACA}" dt="2025-10-01T20:10:26.540" v="26275" actId="47"/>
        <pc:sldMkLst>
          <pc:docMk/>
          <pc:sldMk cId="3798332572" sldId="2147481253"/>
        </pc:sldMkLst>
      </pc:sldChg>
      <pc:sldChg chg="add mod ord modShow">
        <pc:chgData name="Casey Lee" userId="4bc459e0-655e-452e-96c2-b918c0999cdb" providerId="ADAL" clId="{FEDCCBD3-F3AF-4248-98FF-B03AEB6CAACA}" dt="2025-10-02T20:28:16.132" v="37985"/>
        <pc:sldMkLst>
          <pc:docMk/>
          <pc:sldMk cId="2060710732" sldId="2147481254"/>
        </pc:sldMkLst>
      </pc:sldChg>
      <pc:sldChg chg="addSp delSp modSp mod modShow">
        <pc:chgData name="Casey Lee" userId="4bc459e0-655e-452e-96c2-b918c0999cdb" providerId="ADAL" clId="{FEDCCBD3-F3AF-4248-98FF-B03AEB6CAACA}" dt="2025-10-08T20:39:16.692" v="70028" actId="122"/>
        <pc:sldMkLst>
          <pc:docMk/>
          <pc:sldMk cId="988488" sldId="2147481255"/>
        </pc:sldMkLst>
      </pc:sldChg>
      <pc:sldChg chg="addSp delSp modSp add del mod">
        <pc:chgData name="Casey Lee" userId="4bc459e0-655e-452e-96c2-b918c0999cdb" providerId="ADAL" clId="{FEDCCBD3-F3AF-4248-98FF-B03AEB6CAACA}" dt="2025-10-02T18:03:09.206" v="34600" actId="47"/>
        <pc:sldMkLst>
          <pc:docMk/>
          <pc:sldMk cId="527820914" sldId="2147481255"/>
        </pc:sldMkLst>
      </pc:sldChg>
      <pc:sldChg chg="addSp delSp modSp add del mod">
        <pc:chgData name="Casey Lee" userId="4bc459e0-655e-452e-96c2-b918c0999cdb" providerId="ADAL" clId="{FEDCCBD3-F3AF-4248-98FF-B03AEB6CAACA}" dt="2025-10-02T16:43:43.045" v="30085" actId="47"/>
        <pc:sldMkLst>
          <pc:docMk/>
          <pc:sldMk cId="2989387375" sldId="2147481255"/>
        </pc:sldMkLst>
      </pc:sldChg>
      <pc:sldChg chg="new del">
        <pc:chgData name="Casey Lee" userId="4bc459e0-655e-452e-96c2-b918c0999cdb" providerId="ADAL" clId="{FEDCCBD3-F3AF-4248-98FF-B03AEB6CAACA}" dt="2025-10-02T17:30:01.770" v="32414" actId="47"/>
        <pc:sldMkLst>
          <pc:docMk/>
          <pc:sldMk cId="3199761401" sldId="2147481255"/>
        </pc:sldMkLst>
      </pc:sldChg>
      <pc:sldChg chg="delSp modSp add del mod">
        <pc:chgData name="Casey Lee" userId="4bc459e0-655e-452e-96c2-b918c0999cdb" providerId="ADAL" clId="{FEDCCBD3-F3AF-4248-98FF-B03AEB6CAACA}" dt="2025-10-03T19:53:41.930" v="47704" actId="47"/>
        <pc:sldMkLst>
          <pc:docMk/>
          <pc:sldMk cId="2390622337" sldId="2147481256"/>
        </pc:sldMkLst>
      </pc:sldChg>
      <pc:sldChg chg="modSp mod">
        <pc:chgData name="Casey Lee" userId="4bc459e0-655e-452e-96c2-b918c0999cdb" providerId="ADAL" clId="{FEDCCBD3-F3AF-4248-98FF-B03AEB6CAACA}" dt="2025-10-03T20:39:14.325" v="48212" actId="20577"/>
        <pc:sldMkLst>
          <pc:docMk/>
          <pc:sldMk cId="2682905776" sldId="2147481257"/>
        </pc:sldMkLst>
      </pc:sldChg>
      <pc:sldChg chg="modSp mod">
        <pc:chgData name="Casey Lee" userId="4bc459e0-655e-452e-96c2-b918c0999cdb" providerId="ADAL" clId="{FEDCCBD3-F3AF-4248-98FF-B03AEB6CAACA}" dt="2025-10-03T20:39:56.594" v="48220" actId="20577"/>
        <pc:sldMkLst>
          <pc:docMk/>
          <pc:sldMk cId="2763871" sldId="2147481258"/>
        </pc:sldMkLst>
      </pc:sldChg>
      <pc:sldChg chg="addSp delSp modSp add mod">
        <pc:chgData name="Casey Lee" userId="4bc459e0-655e-452e-96c2-b918c0999cdb" providerId="ADAL" clId="{FEDCCBD3-F3AF-4248-98FF-B03AEB6CAACA}" dt="2025-10-03T15:31:53.386" v="43638" actId="1076"/>
        <pc:sldMkLst>
          <pc:docMk/>
          <pc:sldMk cId="2295337202" sldId="2147481259"/>
        </pc:sldMkLst>
      </pc:sldChg>
      <pc:sldChg chg="addSp delSp modSp add mod">
        <pc:chgData name="Casey Lee" userId="4bc459e0-655e-452e-96c2-b918c0999cdb" providerId="ADAL" clId="{FEDCCBD3-F3AF-4248-98FF-B03AEB6CAACA}" dt="2025-10-06T14:42:44.314" v="51204" actId="20577"/>
        <pc:sldMkLst>
          <pc:docMk/>
          <pc:sldMk cId="2022463905" sldId="2147481260"/>
        </pc:sldMkLst>
      </pc:sldChg>
      <pc:sldChg chg="addSp delSp modSp add mod">
        <pc:chgData name="Casey Lee" userId="4bc459e0-655e-452e-96c2-b918c0999cdb" providerId="ADAL" clId="{FEDCCBD3-F3AF-4248-98FF-B03AEB6CAACA}" dt="2025-10-17T17:36:01.193" v="70061" actId="21"/>
        <pc:sldMkLst>
          <pc:docMk/>
          <pc:sldMk cId="648698299" sldId="2147481261"/>
        </pc:sldMkLst>
      </pc:sldChg>
      <pc:sldChg chg="modSp mod">
        <pc:chgData name="Casey Lee" userId="4bc459e0-655e-452e-96c2-b918c0999cdb" providerId="ADAL" clId="{FEDCCBD3-F3AF-4248-98FF-B03AEB6CAACA}" dt="2025-10-03T19:00:55.817" v="46428" actId="207"/>
        <pc:sldMkLst>
          <pc:docMk/>
          <pc:sldMk cId="4145473322" sldId="2147481262"/>
        </pc:sldMkLst>
      </pc:sldChg>
      <pc:sldChg chg="addSp delSp modSp add mod ord">
        <pc:chgData name="Casey Lee" userId="4bc459e0-655e-452e-96c2-b918c0999cdb" providerId="ADAL" clId="{FEDCCBD3-F3AF-4248-98FF-B03AEB6CAACA}" dt="2025-10-07T20:07:50.220" v="65922"/>
        <pc:sldMkLst>
          <pc:docMk/>
          <pc:sldMk cId="756745785" sldId="2147481263"/>
        </pc:sldMkLst>
      </pc:sldChg>
      <pc:sldChg chg="modSp mod">
        <pc:chgData name="Casey Lee" userId="4bc459e0-655e-452e-96c2-b918c0999cdb" providerId="ADAL" clId="{FEDCCBD3-F3AF-4248-98FF-B03AEB6CAACA}" dt="2025-10-06T14:43:21.408" v="51208" actId="20577"/>
        <pc:sldMkLst>
          <pc:docMk/>
          <pc:sldMk cId="345488764" sldId="2147481264"/>
        </pc:sldMkLst>
      </pc:sldChg>
      <pc:sldChg chg="add del">
        <pc:chgData name="Casey Lee" userId="4bc459e0-655e-452e-96c2-b918c0999cdb" providerId="ADAL" clId="{FEDCCBD3-F3AF-4248-98FF-B03AEB6CAACA}" dt="2025-10-03T18:56:44.257" v="46243" actId="47"/>
        <pc:sldMkLst>
          <pc:docMk/>
          <pc:sldMk cId="1533153485" sldId="2147481265"/>
        </pc:sldMkLst>
      </pc:sldChg>
      <pc:sldChg chg="modSp add mod">
        <pc:chgData name="Casey Lee" userId="4bc459e0-655e-452e-96c2-b918c0999cdb" providerId="ADAL" clId="{FEDCCBD3-F3AF-4248-98FF-B03AEB6CAACA}" dt="2025-10-03T19:29:54.444" v="46737" actId="20577"/>
        <pc:sldMkLst>
          <pc:docMk/>
          <pc:sldMk cId="2503961039" sldId="2147481265"/>
        </pc:sldMkLst>
      </pc:sldChg>
      <pc:sldChg chg="mod ord modShow">
        <pc:chgData name="Casey Lee" userId="4bc459e0-655e-452e-96c2-b918c0999cdb" providerId="ADAL" clId="{FEDCCBD3-F3AF-4248-98FF-B03AEB6CAACA}" dt="2025-10-07T21:02:19.784" v="67905" actId="729"/>
        <pc:sldMkLst>
          <pc:docMk/>
          <pc:sldMk cId="863687252" sldId="2147481266"/>
        </pc:sldMkLst>
      </pc:sldChg>
      <pc:sldChg chg="modSp mod">
        <pc:chgData name="Casey Lee" userId="4bc459e0-655e-452e-96c2-b918c0999cdb" providerId="ADAL" clId="{FEDCCBD3-F3AF-4248-98FF-B03AEB6CAACA}" dt="2025-10-06T14:38:20.855" v="51196" actId="20577"/>
        <pc:sldMkLst>
          <pc:docMk/>
          <pc:sldMk cId="645413853" sldId="2147481268"/>
        </pc:sldMkLst>
      </pc:sldChg>
      <pc:sldChg chg="modSp mod ord modCm">
        <pc:chgData name="Casey Lee" userId="4bc459e0-655e-452e-96c2-b918c0999cdb" providerId="ADAL" clId="{FEDCCBD3-F3AF-4248-98FF-B03AEB6CAACA}" dt="2025-10-07T20:03:15.429" v="65920"/>
        <pc:sldMkLst>
          <pc:docMk/>
          <pc:sldMk cId="3907743225" sldId="214748126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Casey Lee" userId="4bc459e0-655e-452e-96c2-b918c0999cdb" providerId="ADAL" clId="{FEDCCBD3-F3AF-4248-98FF-B03AEB6CAACA}" dt="2025-10-07T20:03:01.832" v="65912" actId="20577"/>
              <pc2:cmMkLst xmlns:pc2="http://schemas.microsoft.com/office/powerpoint/2019/9/main/command">
                <pc:docMk/>
                <pc:sldMk cId="3907743225" sldId="2147481269"/>
                <pc2:cmMk id="{1C84629E-6323-F44F-AD17-0816FD20B7E6}"/>
              </pc2:cmMkLst>
            </pc226:cmChg>
          </p:ext>
        </pc:extLst>
      </pc:sldChg>
      <pc:sldChg chg="del">
        <pc:chgData name="Casey Lee" userId="4bc459e0-655e-452e-96c2-b918c0999cdb" providerId="ADAL" clId="{FEDCCBD3-F3AF-4248-98FF-B03AEB6CAACA}" dt="2025-10-07T21:02:02.298" v="67901" actId="47"/>
        <pc:sldMkLst>
          <pc:docMk/>
          <pc:sldMk cId="2080702279" sldId="2147481270"/>
        </pc:sldMkLst>
      </pc:sldChg>
      <pc:sldChg chg="addSp delSp modSp add mod">
        <pc:chgData name="Casey Lee" userId="4bc459e0-655e-452e-96c2-b918c0999cdb" providerId="ADAL" clId="{FEDCCBD3-F3AF-4248-98FF-B03AEB6CAACA}" dt="2025-10-07T20:24:35.150" v="66597" actId="14100"/>
        <pc:sldMkLst>
          <pc:docMk/>
          <pc:sldMk cId="869299062" sldId="2147481271"/>
        </pc:sldMkLst>
      </pc:sldChg>
      <pc:sldChg chg="del">
        <pc:chgData name="Casey Lee" userId="4bc459e0-655e-452e-96c2-b918c0999cdb" providerId="ADAL" clId="{FEDCCBD3-F3AF-4248-98FF-B03AEB6CAACA}" dt="2025-10-07T14:47:04.313" v="64602" actId="47"/>
        <pc:sldMkLst>
          <pc:docMk/>
          <pc:sldMk cId="1252616050" sldId="2147481273"/>
        </pc:sldMkLst>
      </pc:sldChg>
      <pc:sldChg chg="addSp delSp modSp mod ord">
        <pc:chgData name="Casey Lee" userId="4bc459e0-655e-452e-96c2-b918c0999cdb" providerId="ADAL" clId="{FEDCCBD3-F3AF-4248-98FF-B03AEB6CAACA}" dt="2025-10-06T22:26:50.546" v="59691"/>
        <pc:sldMkLst>
          <pc:docMk/>
          <pc:sldMk cId="1976876559" sldId="2147481274"/>
        </pc:sldMkLst>
      </pc:sldChg>
      <pc:sldChg chg="addSp modSp mod">
        <pc:chgData name="Casey Lee" userId="4bc459e0-655e-452e-96c2-b918c0999cdb" providerId="ADAL" clId="{FEDCCBD3-F3AF-4248-98FF-B03AEB6CAACA}" dt="2025-10-07T20:45:56.729" v="66823" actId="20577"/>
        <pc:sldMkLst>
          <pc:docMk/>
          <pc:sldMk cId="926817997" sldId="2147481276"/>
        </pc:sldMkLst>
      </pc:sldChg>
      <pc:sldChg chg="modSp mod">
        <pc:chgData name="Casey Lee" userId="4bc459e0-655e-452e-96c2-b918c0999cdb" providerId="ADAL" clId="{FEDCCBD3-F3AF-4248-98FF-B03AEB6CAACA}" dt="2025-10-06T14:28:47.223" v="51187" actId="20577"/>
        <pc:sldMkLst>
          <pc:docMk/>
          <pc:sldMk cId="2350308366" sldId="2147481278"/>
        </pc:sldMkLst>
      </pc:sldChg>
      <pc:sldChg chg="modSp add del mod">
        <pc:chgData name="Casey Lee" userId="4bc459e0-655e-452e-96c2-b918c0999cdb" providerId="ADAL" clId="{FEDCCBD3-F3AF-4248-98FF-B03AEB6CAACA}" dt="2025-10-06T17:59:59.603" v="51304" actId="47"/>
        <pc:sldMkLst>
          <pc:docMk/>
          <pc:sldMk cId="2073971854" sldId="2147481279"/>
        </pc:sldMkLst>
      </pc:sldChg>
      <pc:sldChg chg="add del">
        <pc:chgData name="Casey Lee" userId="4bc459e0-655e-452e-96c2-b918c0999cdb" providerId="ADAL" clId="{FEDCCBD3-F3AF-4248-98FF-B03AEB6CAACA}" dt="2025-10-06T18:00:11.534" v="51306"/>
        <pc:sldMkLst>
          <pc:docMk/>
          <pc:sldMk cId="2464430635" sldId="2147481279"/>
        </pc:sldMkLst>
      </pc:sldChg>
      <pc:sldChg chg="delSp modSp add del mod">
        <pc:chgData name="Casey Lee" userId="4bc459e0-655e-452e-96c2-b918c0999cdb" providerId="ADAL" clId="{FEDCCBD3-F3AF-4248-98FF-B03AEB6CAACA}" dt="2025-10-06T18:00:29.729" v="51310" actId="47"/>
        <pc:sldMkLst>
          <pc:docMk/>
          <pc:sldMk cId="2680122059" sldId="2147481279"/>
        </pc:sldMkLst>
      </pc:sldChg>
      <pc:sldChg chg="addSp delSp modSp add del mod">
        <pc:chgData name="Casey Lee" userId="4bc459e0-655e-452e-96c2-b918c0999cdb" providerId="ADAL" clId="{FEDCCBD3-F3AF-4248-98FF-B03AEB6CAACA}" dt="2025-10-06T20:03:10.927" v="53757" actId="47"/>
        <pc:sldMkLst>
          <pc:docMk/>
          <pc:sldMk cId="3991912433" sldId="2147481279"/>
        </pc:sldMkLst>
      </pc:sldChg>
      <pc:sldChg chg="add del">
        <pc:chgData name="Casey Lee" userId="4bc459e0-655e-452e-96c2-b918c0999cdb" providerId="ADAL" clId="{FEDCCBD3-F3AF-4248-98FF-B03AEB6CAACA}" dt="2025-10-06T20:11:57.506" v="54064" actId="47"/>
        <pc:sldMkLst>
          <pc:docMk/>
          <pc:sldMk cId="2121545136" sldId="2147481281"/>
        </pc:sldMkLst>
      </pc:sldChg>
      <pc:sldChg chg="addSp delSp modSp add del mod">
        <pc:chgData name="Casey Lee" userId="4bc459e0-655e-452e-96c2-b918c0999cdb" providerId="ADAL" clId="{FEDCCBD3-F3AF-4248-98FF-B03AEB6CAACA}" dt="2025-10-06T20:04:56.588" v="53773" actId="47"/>
        <pc:sldMkLst>
          <pc:docMk/>
          <pc:sldMk cId="1440506278" sldId="2147481282"/>
        </pc:sldMkLst>
      </pc:sldChg>
      <pc:sldChg chg="addSp delSp modSp add del mod">
        <pc:chgData name="Casey Lee" userId="4bc459e0-655e-452e-96c2-b918c0999cdb" providerId="ADAL" clId="{FEDCCBD3-F3AF-4248-98FF-B03AEB6CAACA}" dt="2025-10-06T20:08:45.813" v="53874" actId="47"/>
        <pc:sldMkLst>
          <pc:docMk/>
          <pc:sldMk cId="3422270090" sldId="2147481283"/>
        </pc:sldMkLst>
      </pc:sldChg>
      <pc:sldChg chg="addSp delSp modSp add mod ord">
        <pc:chgData name="Casey Lee" userId="4bc459e0-655e-452e-96c2-b918c0999cdb" providerId="ADAL" clId="{FEDCCBD3-F3AF-4248-98FF-B03AEB6CAACA}" dt="2025-10-07T19:05:05.388" v="65578"/>
        <pc:sldMkLst>
          <pc:docMk/>
          <pc:sldMk cId="1246806865" sldId="2147481284"/>
        </pc:sldMkLst>
      </pc:sldChg>
      <pc:sldChg chg="addSp delSp modSp add del mod ord modShow">
        <pc:chgData name="Casey Lee" userId="4bc459e0-655e-452e-96c2-b918c0999cdb" providerId="ADAL" clId="{FEDCCBD3-F3AF-4248-98FF-B03AEB6CAACA}" dt="2025-10-06T21:41:42.945" v="57193" actId="47"/>
        <pc:sldMkLst>
          <pc:docMk/>
          <pc:sldMk cId="3679891914" sldId="2147481285"/>
        </pc:sldMkLst>
      </pc:sldChg>
      <pc:sldChg chg="addSp delSp modSp add mod">
        <pc:chgData name="Casey Lee" userId="4bc459e0-655e-452e-96c2-b918c0999cdb" providerId="ADAL" clId="{FEDCCBD3-F3AF-4248-98FF-B03AEB6CAACA}" dt="2025-10-07T21:11:25.626" v="68168"/>
        <pc:sldMkLst>
          <pc:docMk/>
          <pc:sldMk cId="2379161747" sldId="2147481286"/>
        </pc:sldMkLst>
      </pc:sldChg>
      <pc:sldChg chg="modSp add del mod">
        <pc:chgData name="Casey Lee" userId="4bc459e0-655e-452e-96c2-b918c0999cdb" providerId="ADAL" clId="{FEDCCBD3-F3AF-4248-98FF-B03AEB6CAACA}" dt="2025-10-06T21:14:50.008" v="55647" actId="47"/>
        <pc:sldMkLst>
          <pc:docMk/>
          <pc:sldMk cId="1754210451" sldId="2147481287"/>
        </pc:sldMkLst>
      </pc:sldChg>
      <pc:sldChg chg="addSp delSp modSp add mod ord modNotesTx">
        <pc:chgData name="Casey Lee" userId="4bc459e0-655e-452e-96c2-b918c0999cdb" providerId="ADAL" clId="{FEDCCBD3-F3AF-4248-98FF-B03AEB6CAACA}" dt="2025-10-08T13:51:35.424" v="68204" actId="20577"/>
        <pc:sldMkLst>
          <pc:docMk/>
          <pc:sldMk cId="2042423855" sldId="2147481287"/>
        </pc:sldMkLst>
      </pc:sldChg>
      <pc:sldChg chg="add del">
        <pc:chgData name="Casey Lee" userId="4bc459e0-655e-452e-96c2-b918c0999cdb" providerId="ADAL" clId="{FEDCCBD3-F3AF-4248-98FF-B03AEB6CAACA}" dt="2025-10-06T21:52:12.046" v="57717" actId="47"/>
        <pc:sldMkLst>
          <pc:docMk/>
          <pc:sldMk cId="1027152683" sldId="2147481288"/>
        </pc:sldMkLst>
      </pc:sldChg>
      <pc:sldChg chg="delSp modSp add mod ord">
        <pc:chgData name="Casey Lee" userId="4bc459e0-655e-452e-96c2-b918c0999cdb" providerId="ADAL" clId="{FEDCCBD3-F3AF-4248-98FF-B03AEB6CAACA}" dt="2025-10-07T19:05:05.388" v="65578"/>
        <pc:sldMkLst>
          <pc:docMk/>
          <pc:sldMk cId="1092428753" sldId="2147481288"/>
        </pc:sldMkLst>
      </pc:sldChg>
      <pc:sldChg chg="add del">
        <pc:chgData name="Casey Lee" userId="4bc459e0-655e-452e-96c2-b918c0999cdb" providerId="ADAL" clId="{FEDCCBD3-F3AF-4248-98FF-B03AEB6CAACA}" dt="2025-10-06T21:46:01.387" v="57264"/>
        <pc:sldMkLst>
          <pc:docMk/>
          <pc:sldMk cId="4225137205" sldId="2147481288"/>
        </pc:sldMkLst>
      </pc:sldChg>
      <pc:sldChg chg="modSp add mod">
        <pc:chgData name="Casey Lee" userId="4bc459e0-655e-452e-96c2-b918c0999cdb" providerId="ADAL" clId="{FEDCCBD3-F3AF-4248-98FF-B03AEB6CAACA}" dt="2025-10-07T19:52:51.587" v="65705" actId="948"/>
        <pc:sldMkLst>
          <pc:docMk/>
          <pc:sldMk cId="2213353267" sldId="2147481289"/>
        </pc:sldMkLst>
      </pc:sldChg>
      <pc:sldChg chg="add ord">
        <pc:chgData name="Casey Lee" userId="4bc459e0-655e-452e-96c2-b918c0999cdb" providerId="ADAL" clId="{FEDCCBD3-F3AF-4248-98FF-B03AEB6CAACA}" dt="2025-10-07T21:00:42.858" v="67899"/>
        <pc:sldMkLst>
          <pc:docMk/>
          <pc:sldMk cId="1751227399" sldId="2147481290"/>
        </pc:sldMkLst>
      </pc:sldChg>
      <pc:sldChg chg="modSp add mod">
        <pc:chgData name="Casey Lee" userId="4bc459e0-655e-452e-96c2-b918c0999cdb" providerId="ADAL" clId="{FEDCCBD3-F3AF-4248-98FF-B03AEB6CAACA}" dt="2025-10-07T19:53:56.299" v="65827" actId="1076"/>
        <pc:sldMkLst>
          <pc:docMk/>
          <pc:sldMk cId="1156650361" sldId="2147481291"/>
        </pc:sldMkLst>
      </pc:sldChg>
      <pc:sldChg chg="add del">
        <pc:chgData name="Casey Lee" userId="4bc459e0-655e-452e-96c2-b918c0999cdb" providerId="ADAL" clId="{FEDCCBD3-F3AF-4248-98FF-B03AEB6CAACA}" dt="2025-10-07T21:02:06.578" v="67902" actId="47"/>
        <pc:sldMkLst>
          <pc:docMk/>
          <pc:sldMk cId="361016522" sldId="2147481292"/>
        </pc:sldMkLst>
      </pc:sldChg>
      <pc:sldChg chg="addSp delSp modSp add del mod ord">
        <pc:chgData name="Casey Lee" userId="4bc459e0-655e-452e-96c2-b918c0999cdb" providerId="ADAL" clId="{FEDCCBD3-F3AF-4248-98FF-B03AEB6CAACA}" dt="2025-10-08T17:27:26.723" v="69666" actId="47"/>
        <pc:sldMkLst>
          <pc:docMk/>
          <pc:sldMk cId="3867349040" sldId="2147481294"/>
        </pc:sldMkLst>
      </pc:sldChg>
      <pc:sldChg chg="addSp delSp modSp add mod ord">
        <pc:chgData name="Casey Lee" userId="4bc459e0-655e-452e-96c2-b918c0999cdb" providerId="ADAL" clId="{FEDCCBD3-F3AF-4248-98FF-B03AEB6CAACA}" dt="2025-10-08T18:13:18.131" v="69766"/>
        <pc:sldMkLst>
          <pc:docMk/>
          <pc:sldMk cId="277216321" sldId="2147481295"/>
        </pc:sldMkLst>
      </pc:sldChg>
      <pc:sldChg chg="delSp modSp add del mod">
        <pc:chgData name="Casey Lee" userId="4bc459e0-655e-452e-96c2-b918c0999cdb" providerId="ADAL" clId="{FEDCCBD3-F3AF-4248-98FF-B03AEB6CAACA}" dt="2025-10-08T17:25:27.263" v="69638" actId="47"/>
        <pc:sldMkLst>
          <pc:docMk/>
          <pc:sldMk cId="525573459" sldId="2147481295"/>
        </pc:sldMkLst>
      </pc:sldChg>
      <pc:sldChg chg="addSp delSp modSp add del mod">
        <pc:chgData name="Casey Lee" userId="4bc459e0-655e-452e-96c2-b918c0999cdb" providerId="ADAL" clId="{FEDCCBD3-F3AF-4248-98FF-B03AEB6CAACA}" dt="2025-10-08T20:34:36.066" v="69822" actId="47"/>
        <pc:sldMkLst>
          <pc:docMk/>
          <pc:sldMk cId="1403578223" sldId="2147481296"/>
        </pc:sldMkLst>
      </pc:sldChg>
      <pc:sldChg chg="add">
        <pc:chgData name="Casey Lee" userId="4bc459e0-655e-452e-96c2-b918c0999cdb" providerId="ADAL" clId="{FEDCCBD3-F3AF-4248-98FF-B03AEB6CAACA}" dt="2025-10-08T20:34:09.412" v="69814"/>
        <pc:sldMkLst>
          <pc:docMk/>
          <pc:sldMk cId="3933677755" sldId="2147481297"/>
        </pc:sldMkLst>
      </pc:sldChg>
      <pc:sldChg chg="modSp add del mod">
        <pc:chgData name="Casey Lee" userId="4bc459e0-655e-452e-96c2-b918c0999cdb" providerId="ADAL" clId="{FEDCCBD3-F3AF-4248-98FF-B03AEB6CAACA}" dt="2025-10-10T22:07:45.214" v="70059" actId="47"/>
        <pc:sldMkLst>
          <pc:docMk/>
          <pc:sldMk cId="634037322" sldId="2147481298"/>
        </pc:sldMkLst>
      </pc:sldChg>
    </pc:docChg>
  </pc:docChgLst>
  <pc:docChgLst>
    <pc:chgData name="Bilal Othman" userId="f5019779-5bf4-4d33-a04d-492903a8df80" providerId="ADAL" clId="{6AEE4846-9C6E-50AE-9183-DF01E1CFD062}"/>
    <pc:docChg chg="undo custSel addSld delSld modSld sldOrd addMainMaster delMainMaster modMainMaster addSection delSection modSection">
      <pc:chgData name="Bilal Othman" userId="f5019779-5bf4-4d33-a04d-492903a8df80" providerId="ADAL" clId="{6AEE4846-9C6E-50AE-9183-DF01E1CFD062}" dt="2025-10-20T16:59:55.421" v="680" actId="207"/>
      <pc:docMkLst>
        <pc:docMk/>
      </pc:docMkLst>
      <pc:sldChg chg="add del">
        <pc:chgData name="Bilal Othman" userId="f5019779-5bf4-4d33-a04d-492903a8df80" providerId="ADAL" clId="{6AEE4846-9C6E-50AE-9183-DF01E1CFD062}" dt="2025-10-17T21:12:23.240" v="421" actId="2696"/>
        <pc:sldMkLst>
          <pc:docMk/>
          <pc:sldMk cId="0" sldId="260"/>
        </pc:sldMkLst>
      </pc:sldChg>
      <pc:sldChg chg="add del">
        <pc:chgData name="Bilal Othman" userId="f5019779-5bf4-4d33-a04d-492903a8df80" providerId="ADAL" clId="{6AEE4846-9C6E-50AE-9183-DF01E1CFD062}" dt="2025-10-17T21:12:10.384" v="381" actId="2696"/>
        <pc:sldMkLst>
          <pc:docMk/>
          <pc:sldMk cId="0" sldId="274"/>
        </pc:sldMkLst>
      </pc:sldChg>
      <pc:sldChg chg="addSp delSp modSp del mod">
        <pc:chgData name="Bilal Othman" userId="f5019779-5bf4-4d33-a04d-492903a8df80" providerId="ADAL" clId="{6AEE4846-9C6E-50AE-9183-DF01E1CFD062}" dt="2025-10-17T21:25:41.045" v="481" actId="2696"/>
        <pc:sldMkLst>
          <pc:docMk/>
          <pc:sldMk cId="0" sldId="275"/>
        </pc:sldMkLst>
      </pc:sldChg>
      <pc:sldChg chg="add del">
        <pc:chgData name="Bilal Othman" userId="f5019779-5bf4-4d33-a04d-492903a8df80" providerId="ADAL" clId="{6AEE4846-9C6E-50AE-9183-DF01E1CFD062}" dt="2025-10-17T21:12:23.215" v="408" actId="2696"/>
        <pc:sldMkLst>
          <pc:docMk/>
          <pc:sldMk cId="1802258249" sldId="280"/>
        </pc:sldMkLst>
      </pc:sldChg>
      <pc:sldChg chg="modSp add del mod">
        <pc:chgData name="Bilal Othman" userId="f5019779-5bf4-4d33-a04d-492903a8df80" providerId="ADAL" clId="{6AEE4846-9C6E-50AE-9183-DF01E1CFD062}" dt="2025-10-17T21:12:10.409" v="385" actId="2696"/>
        <pc:sldMkLst>
          <pc:docMk/>
          <pc:sldMk cId="1694384516" sldId="285"/>
        </pc:sldMkLst>
      </pc:sldChg>
      <pc:sldChg chg="add del">
        <pc:chgData name="Bilal Othman" userId="f5019779-5bf4-4d33-a04d-492903a8df80" providerId="ADAL" clId="{6AEE4846-9C6E-50AE-9183-DF01E1CFD062}" dt="2025-10-17T21:12:23.264" v="429" actId="2696"/>
        <pc:sldMkLst>
          <pc:docMk/>
          <pc:sldMk cId="2227000735" sldId="307"/>
        </pc:sldMkLst>
      </pc:sldChg>
      <pc:sldChg chg="add del">
        <pc:chgData name="Bilal Othman" userId="f5019779-5bf4-4d33-a04d-492903a8df80" providerId="ADAL" clId="{6AEE4846-9C6E-50AE-9183-DF01E1CFD062}" dt="2025-10-17T21:12:23.271" v="433" actId="2696"/>
        <pc:sldMkLst>
          <pc:docMk/>
          <pc:sldMk cId="3180984745" sldId="333"/>
        </pc:sldMkLst>
      </pc:sldChg>
      <pc:sldChg chg="add del">
        <pc:chgData name="Bilal Othman" userId="f5019779-5bf4-4d33-a04d-492903a8df80" providerId="ADAL" clId="{6AEE4846-9C6E-50AE-9183-DF01E1CFD062}" dt="2025-10-17T21:12:23.178" v="400" actId="2696"/>
        <pc:sldMkLst>
          <pc:docMk/>
          <pc:sldMk cId="1946109353" sldId="355"/>
        </pc:sldMkLst>
      </pc:sldChg>
      <pc:sldChg chg="add del">
        <pc:chgData name="Bilal Othman" userId="f5019779-5bf4-4d33-a04d-492903a8df80" providerId="ADAL" clId="{6AEE4846-9C6E-50AE-9183-DF01E1CFD062}" dt="2025-10-17T21:12:10.364" v="375" actId="2696"/>
        <pc:sldMkLst>
          <pc:docMk/>
          <pc:sldMk cId="3176618820" sldId="370"/>
        </pc:sldMkLst>
      </pc:sldChg>
      <pc:sldChg chg="addSp delSp modSp add del mod">
        <pc:chgData name="Bilal Othman" userId="f5019779-5bf4-4d33-a04d-492903a8df80" providerId="ADAL" clId="{6AEE4846-9C6E-50AE-9183-DF01E1CFD062}" dt="2025-10-20T16:39:24.671" v="631" actId="207"/>
        <pc:sldMkLst>
          <pc:docMk/>
          <pc:sldMk cId="3441072587" sldId="371"/>
        </pc:sldMkLst>
        <pc:spChg chg="add mod">
          <ac:chgData name="Bilal Othman" userId="f5019779-5bf4-4d33-a04d-492903a8df80" providerId="ADAL" clId="{6AEE4846-9C6E-50AE-9183-DF01E1CFD062}" dt="2025-10-20T16:39:24.671" v="631" actId="207"/>
          <ac:spMkLst>
            <pc:docMk/>
            <pc:sldMk cId="3441072587" sldId="371"/>
            <ac:spMk id="2" creationId="{9AFF846A-4B6D-D5FA-04C9-ACE00900F5D9}"/>
          </ac:spMkLst>
        </pc:spChg>
        <pc:spChg chg="add mod">
          <ac:chgData name="Bilal Othman" userId="f5019779-5bf4-4d33-a04d-492903a8df80" providerId="ADAL" clId="{6AEE4846-9C6E-50AE-9183-DF01E1CFD062}" dt="2025-10-20T16:36:41.537" v="629" actId="207"/>
          <ac:spMkLst>
            <pc:docMk/>
            <pc:sldMk cId="3441072587" sldId="371"/>
            <ac:spMk id="6" creationId="{47CB33DC-E96B-2BE6-C858-5431CAD104D0}"/>
          </ac:spMkLst>
        </pc:spChg>
      </pc:sldChg>
      <pc:sldChg chg="add del">
        <pc:chgData name="Bilal Othman" userId="f5019779-5bf4-4d33-a04d-492903a8df80" providerId="ADAL" clId="{6AEE4846-9C6E-50AE-9183-DF01E1CFD062}" dt="2025-10-17T21:12:23.208" v="403" actId="2696"/>
        <pc:sldMkLst>
          <pc:docMk/>
          <pc:sldMk cId="3817856642" sldId="391"/>
        </pc:sldMkLst>
      </pc:sldChg>
      <pc:sldChg chg="add del">
        <pc:chgData name="Bilal Othman" userId="f5019779-5bf4-4d33-a04d-492903a8df80" providerId="ADAL" clId="{6AEE4846-9C6E-50AE-9183-DF01E1CFD062}" dt="2025-10-17T21:12:23.268" v="432" actId="2696"/>
        <pc:sldMkLst>
          <pc:docMk/>
          <pc:sldMk cId="2675615646" sldId="419"/>
        </pc:sldMkLst>
      </pc:sldChg>
      <pc:sldChg chg="add del">
        <pc:chgData name="Bilal Othman" userId="f5019779-5bf4-4d33-a04d-492903a8df80" providerId="ADAL" clId="{6AEE4846-9C6E-50AE-9183-DF01E1CFD062}" dt="2025-10-17T21:12:10.331" v="371" actId="2696"/>
        <pc:sldMkLst>
          <pc:docMk/>
          <pc:sldMk cId="1299622664" sldId="434"/>
        </pc:sldMkLst>
      </pc:sldChg>
      <pc:sldChg chg="add del">
        <pc:chgData name="Bilal Othman" userId="f5019779-5bf4-4d33-a04d-492903a8df80" providerId="ADAL" clId="{6AEE4846-9C6E-50AE-9183-DF01E1CFD062}" dt="2025-10-17T21:12:23.239" v="420" actId="2696"/>
        <pc:sldMkLst>
          <pc:docMk/>
          <pc:sldMk cId="3900277827" sldId="2147478250"/>
        </pc:sldMkLst>
      </pc:sldChg>
      <pc:sldChg chg="add del">
        <pc:chgData name="Bilal Othman" userId="f5019779-5bf4-4d33-a04d-492903a8df80" providerId="ADAL" clId="{6AEE4846-9C6E-50AE-9183-DF01E1CFD062}" dt="2025-10-17T21:12:23.213" v="406" actId="2696"/>
        <pc:sldMkLst>
          <pc:docMk/>
          <pc:sldMk cId="2066716811" sldId="2147478329"/>
        </pc:sldMkLst>
      </pc:sldChg>
      <pc:sldChg chg="add del">
        <pc:chgData name="Bilal Othman" userId="f5019779-5bf4-4d33-a04d-492903a8df80" providerId="ADAL" clId="{6AEE4846-9C6E-50AE-9183-DF01E1CFD062}" dt="2025-10-17T21:12:23.228" v="411" actId="2696"/>
        <pc:sldMkLst>
          <pc:docMk/>
          <pc:sldMk cId="679476797" sldId="2147480949"/>
        </pc:sldMkLst>
      </pc:sldChg>
      <pc:sldChg chg="add del">
        <pc:chgData name="Bilal Othman" userId="f5019779-5bf4-4d33-a04d-492903a8df80" providerId="ADAL" clId="{6AEE4846-9C6E-50AE-9183-DF01E1CFD062}" dt="2025-10-17T21:12:23.236" v="418" actId="2696"/>
        <pc:sldMkLst>
          <pc:docMk/>
          <pc:sldMk cId="2761368814" sldId="2147481181"/>
        </pc:sldMkLst>
      </pc:sldChg>
      <pc:sldChg chg="add del">
        <pc:chgData name="Bilal Othman" userId="f5019779-5bf4-4d33-a04d-492903a8df80" providerId="ADAL" clId="{6AEE4846-9C6E-50AE-9183-DF01E1CFD062}" dt="2025-10-17T21:12:23.176" v="399" actId="2696"/>
        <pc:sldMkLst>
          <pc:docMk/>
          <pc:sldMk cId="829862625" sldId="2147481206"/>
        </pc:sldMkLst>
      </pc:sldChg>
      <pc:sldChg chg="add del">
        <pc:chgData name="Bilal Othman" userId="f5019779-5bf4-4d33-a04d-492903a8df80" providerId="ADAL" clId="{6AEE4846-9C6E-50AE-9183-DF01E1CFD062}" dt="2025-10-17T21:12:10.321" v="369" actId="2696"/>
        <pc:sldMkLst>
          <pc:docMk/>
          <pc:sldMk cId="3311923615" sldId="2147481208"/>
        </pc:sldMkLst>
      </pc:sldChg>
      <pc:sldChg chg="add del">
        <pc:chgData name="Bilal Othman" userId="f5019779-5bf4-4d33-a04d-492903a8df80" providerId="ADAL" clId="{6AEE4846-9C6E-50AE-9183-DF01E1CFD062}" dt="2025-10-17T21:12:23.169" v="395" actId="2696"/>
        <pc:sldMkLst>
          <pc:docMk/>
          <pc:sldMk cId="2128657008" sldId="2147481209"/>
        </pc:sldMkLst>
      </pc:sldChg>
      <pc:sldChg chg="add del">
        <pc:chgData name="Bilal Othman" userId="f5019779-5bf4-4d33-a04d-492903a8df80" providerId="ADAL" clId="{6AEE4846-9C6E-50AE-9183-DF01E1CFD062}" dt="2025-10-17T21:12:23.263" v="428" actId="2696"/>
        <pc:sldMkLst>
          <pc:docMk/>
          <pc:sldMk cId="1105021549" sldId="2147481210"/>
        </pc:sldMkLst>
      </pc:sldChg>
      <pc:sldChg chg="add del">
        <pc:chgData name="Bilal Othman" userId="f5019779-5bf4-4d33-a04d-492903a8df80" providerId="ADAL" clId="{6AEE4846-9C6E-50AE-9183-DF01E1CFD062}" dt="2025-10-17T21:12:10.417" v="389" actId="2696"/>
        <pc:sldMkLst>
          <pc:docMk/>
          <pc:sldMk cId="323746144" sldId="2147481211"/>
        </pc:sldMkLst>
      </pc:sldChg>
      <pc:sldChg chg="add del">
        <pc:chgData name="Bilal Othman" userId="f5019779-5bf4-4d33-a04d-492903a8df80" providerId="ADAL" clId="{6AEE4846-9C6E-50AE-9183-DF01E1CFD062}" dt="2025-10-17T21:12:10.368" v="377" actId="2696"/>
        <pc:sldMkLst>
          <pc:docMk/>
          <pc:sldMk cId="83366420" sldId="2147481212"/>
        </pc:sldMkLst>
      </pc:sldChg>
      <pc:sldChg chg="addSp delSp modSp add del mod">
        <pc:chgData name="Bilal Othman" userId="f5019779-5bf4-4d33-a04d-492903a8df80" providerId="ADAL" clId="{6AEE4846-9C6E-50AE-9183-DF01E1CFD062}" dt="2025-10-20T16:59:55.421" v="680" actId="207"/>
        <pc:sldMkLst>
          <pc:docMk/>
          <pc:sldMk cId="1270242671" sldId="2147481213"/>
        </pc:sldMkLst>
        <pc:spChg chg="mod">
          <ac:chgData name="Bilal Othman" userId="f5019779-5bf4-4d33-a04d-492903a8df80" providerId="ADAL" clId="{6AEE4846-9C6E-50AE-9183-DF01E1CFD062}" dt="2025-10-17T21:26:14.186" v="491" actId="20577"/>
          <ac:spMkLst>
            <pc:docMk/>
            <pc:sldMk cId="1270242671" sldId="2147481213"/>
            <ac:spMk id="3" creationId="{BF8AA7B9-40BC-BD5B-A38F-B69FFA6E6319}"/>
          </ac:spMkLst>
        </pc:spChg>
        <pc:spChg chg="mod">
          <ac:chgData name="Bilal Othman" userId="f5019779-5bf4-4d33-a04d-492903a8df80" providerId="ADAL" clId="{6AEE4846-9C6E-50AE-9183-DF01E1CFD062}" dt="2025-10-20T16:32:09.064" v="523" actId="20577"/>
          <ac:spMkLst>
            <pc:docMk/>
            <pc:sldMk cId="1270242671" sldId="2147481213"/>
            <ac:spMk id="4" creationId="{F93D6D7D-FF3F-82F6-14A4-6285C0323998}"/>
          </ac:spMkLst>
        </pc:spChg>
        <pc:spChg chg="add mod">
          <ac:chgData name="Bilal Othman" userId="f5019779-5bf4-4d33-a04d-492903a8df80" providerId="ADAL" clId="{6AEE4846-9C6E-50AE-9183-DF01E1CFD062}" dt="2025-10-20T16:54:38.276" v="652" actId="14100"/>
          <ac:spMkLst>
            <pc:docMk/>
            <pc:sldMk cId="1270242671" sldId="2147481213"/>
            <ac:spMk id="5" creationId="{38A0FEB5-AD07-F9CD-2A9B-9560EF304ED8}"/>
          </ac:spMkLst>
        </pc:spChg>
        <pc:spChg chg="add del">
          <ac:chgData name="Bilal Othman" userId="f5019779-5bf4-4d33-a04d-492903a8df80" providerId="ADAL" clId="{6AEE4846-9C6E-50AE-9183-DF01E1CFD062}" dt="2025-10-20T16:35:49.462" v="599" actId="22"/>
          <ac:spMkLst>
            <pc:docMk/>
            <pc:sldMk cId="1270242671" sldId="2147481213"/>
            <ac:spMk id="7" creationId="{7871C131-5BC9-E834-CEBE-301444A17685}"/>
          </ac:spMkLst>
        </pc:spChg>
        <pc:spChg chg="add del">
          <ac:chgData name="Bilal Othman" userId="f5019779-5bf4-4d33-a04d-492903a8df80" providerId="ADAL" clId="{6AEE4846-9C6E-50AE-9183-DF01E1CFD062}" dt="2025-10-20T16:32:13.480" v="525" actId="22"/>
          <ac:spMkLst>
            <pc:docMk/>
            <pc:sldMk cId="1270242671" sldId="2147481213"/>
            <ac:spMk id="7" creationId="{AF22E3B4-A8ED-2DAD-40A9-2B95A5D2AA5C}"/>
          </ac:spMkLst>
        </pc:spChg>
        <pc:spChg chg="add mod">
          <ac:chgData name="Bilal Othman" userId="f5019779-5bf4-4d33-a04d-492903a8df80" providerId="ADAL" clId="{6AEE4846-9C6E-50AE-9183-DF01E1CFD062}" dt="2025-10-20T16:32:18.531" v="534" actId="20577"/>
          <ac:spMkLst>
            <pc:docMk/>
            <pc:sldMk cId="1270242671" sldId="2147481213"/>
            <ac:spMk id="8" creationId="{32992290-9515-0783-1BF1-A0C01F963F2D}"/>
          </ac:spMkLst>
        </pc:spChg>
        <pc:spChg chg="add mod">
          <ac:chgData name="Bilal Othman" userId="f5019779-5bf4-4d33-a04d-492903a8df80" providerId="ADAL" clId="{6AEE4846-9C6E-50AE-9183-DF01E1CFD062}" dt="2025-10-20T16:39:27.722" v="632" actId="207"/>
          <ac:spMkLst>
            <pc:docMk/>
            <pc:sldMk cId="1270242671" sldId="2147481213"/>
            <ac:spMk id="9" creationId="{5284A7BF-082D-AB49-2C20-F622A6F9DEB3}"/>
          </ac:spMkLst>
        </pc:spChg>
        <pc:graphicFrameChg chg="mod modGraphic">
          <ac:chgData name="Bilal Othman" userId="f5019779-5bf4-4d33-a04d-492903a8df80" providerId="ADAL" clId="{6AEE4846-9C6E-50AE-9183-DF01E1CFD062}" dt="2025-10-20T16:59:55.421" v="680" actId="207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add del">
        <pc:chgData name="Bilal Othman" userId="f5019779-5bf4-4d33-a04d-492903a8df80" providerId="ADAL" clId="{6AEE4846-9C6E-50AE-9183-DF01E1CFD062}" dt="2025-10-20T16:34:09.238" v="535" actId="2696"/>
        <pc:sldMkLst>
          <pc:docMk/>
          <pc:sldMk cId="1389874235" sldId="2147481214"/>
        </pc:sldMkLst>
      </pc:sldChg>
      <pc:sldChg chg="new del">
        <pc:chgData name="Bilal Othman" userId="f5019779-5bf4-4d33-a04d-492903a8df80" providerId="ADAL" clId="{6AEE4846-9C6E-50AE-9183-DF01E1CFD062}" dt="2025-10-17T21:15:36.527" v="445" actId="680"/>
        <pc:sldMkLst>
          <pc:docMk/>
          <pc:sldMk cId="950735759" sldId="2147481215"/>
        </pc:sldMkLst>
      </pc:sldChg>
      <pc:sldChg chg="new del">
        <pc:chgData name="Bilal Othman" userId="f5019779-5bf4-4d33-a04d-492903a8df80" providerId="ADAL" clId="{6AEE4846-9C6E-50AE-9183-DF01E1CFD062}" dt="2025-10-17T21:24:02.211" v="457" actId="2696"/>
        <pc:sldMkLst>
          <pc:docMk/>
          <pc:sldMk cId="3610727272" sldId="2147481215"/>
        </pc:sldMkLst>
      </pc:sldChg>
      <pc:sldChg chg="new del">
        <pc:chgData name="Bilal Othman" userId="f5019779-5bf4-4d33-a04d-492903a8df80" providerId="ADAL" clId="{6AEE4846-9C6E-50AE-9183-DF01E1CFD062}" dt="2025-10-17T21:24:00.747" v="456" actId="2696"/>
        <pc:sldMkLst>
          <pc:docMk/>
          <pc:sldMk cId="1623013858" sldId="2147481216"/>
        </pc:sldMkLst>
      </pc:sldChg>
      <pc:sldChg chg="new del">
        <pc:chgData name="Bilal Othman" userId="f5019779-5bf4-4d33-a04d-492903a8df80" providerId="ADAL" clId="{6AEE4846-9C6E-50AE-9183-DF01E1CFD062}" dt="2025-10-17T21:18:05.746" v="451" actId="680"/>
        <pc:sldMkLst>
          <pc:docMk/>
          <pc:sldMk cId="2381188872" sldId="2147481216"/>
        </pc:sldMkLst>
      </pc:sldChg>
      <pc:sldChg chg="add del">
        <pc:chgData name="Bilal Othman" userId="f5019779-5bf4-4d33-a04d-492903a8df80" providerId="ADAL" clId="{6AEE4846-9C6E-50AE-9183-DF01E1CFD062}" dt="2025-10-17T21:12:10.405" v="384" actId="2696"/>
        <pc:sldMkLst>
          <pc:docMk/>
          <pc:sldMk cId="2307073506" sldId="2147481217"/>
        </pc:sldMkLst>
      </pc:sldChg>
      <pc:sldChg chg="addSp modSp new mod ord">
        <pc:chgData name="Bilal Othman" userId="f5019779-5bf4-4d33-a04d-492903a8df80" providerId="ADAL" clId="{6AEE4846-9C6E-50AE-9183-DF01E1CFD062}" dt="2025-10-20T16:39:20.913" v="630" actId="207"/>
        <pc:sldMkLst>
          <pc:docMk/>
          <pc:sldMk cId="2462155959" sldId="2147481217"/>
        </pc:sldMkLst>
        <pc:spChg chg="add mod">
          <ac:chgData name="Bilal Othman" userId="f5019779-5bf4-4d33-a04d-492903a8df80" providerId="ADAL" clId="{6AEE4846-9C6E-50AE-9183-DF01E1CFD062}" dt="2025-10-20T16:36:35.474" v="628" actId="207"/>
          <ac:spMkLst>
            <pc:docMk/>
            <pc:sldMk cId="2462155959" sldId="2147481217"/>
            <ac:spMk id="2" creationId="{064257F9-5538-BB75-EA2C-75204B578927}"/>
          </ac:spMkLst>
        </pc:spChg>
        <pc:spChg chg="add mod">
          <ac:chgData name="Bilal Othman" userId="f5019779-5bf4-4d33-a04d-492903a8df80" providerId="ADAL" clId="{6AEE4846-9C6E-50AE-9183-DF01E1CFD062}" dt="2025-10-17T21:25:37.413" v="480" actId="404"/>
          <ac:spMkLst>
            <pc:docMk/>
            <pc:sldMk cId="2462155959" sldId="2147481217"/>
            <ac:spMk id="3" creationId="{94672255-69B2-0EEC-B6E2-5120BD1666BA}"/>
          </ac:spMkLst>
        </pc:spChg>
        <pc:spChg chg="add mod">
          <ac:chgData name="Bilal Othman" userId="f5019779-5bf4-4d33-a04d-492903a8df80" providerId="ADAL" clId="{6AEE4846-9C6E-50AE-9183-DF01E1CFD062}" dt="2025-10-20T16:39:20.913" v="630" actId="207"/>
          <ac:spMkLst>
            <pc:docMk/>
            <pc:sldMk cId="2462155959" sldId="2147481217"/>
            <ac:spMk id="4" creationId="{E50DECAC-1938-B298-6C4F-B32FA2682BEB}"/>
          </ac:spMkLst>
        </pc:spChg>
      </pc:sldChg>
      <pc:sldChg chg="add del">
        <pc:chgData name="Bilal Othman" userId="f5019779-5bf4-4d33-a04d-492903a8df80" providerId="ADAL" clId="{6AEE4846-9C6E-50AE-9183-DF01E1CFD062}" dt="2025-10-17T21:12:23.282" v="434" actId="2696"/>
        <pc:sldMkLst>
          <pc:docMk/>
          <pc:sldMk cId="145336846" sldId="2147481218"/>
        </pc:sldMkLst>
      </pc:sldChg>
      <pc:sldChg chg="add del">
        <pc:chgData name="Bilal Othman" userId="f5019779-5bf4-4d33-a04d-492903a8df80" providerId="ADAL" clId="{6AEE4846-9C6E-50AE-9183-DF01E1CFD062}" dt="2025-10-17T21:12:10.372" v="379" actId="2696"/>
        <pc:sldMkLst>
          <pc:docMk/>
          <pc:sldMk cId="3892756515" sldId="2147481219"/>
        </pc:sldMkLst>
      </pc:sldChg>
      <pc:sldChg chg="add del">
        <pc:chgData name="Bilal Othman" userId="f5019779-5bf4-4d33-a04d-492903a8df80" providerId="ADAL" clId="{6AEE4846-9C6E-50AE-9183-DF01E1CFD062}" dt="2025-10-17T21:12:23.211" v="405" actId="2696"/>
        <pc:sldMkLst>
          <pc:docMk/>
          <pc:sldMk cId="2449955966" sldId="2147481220"/>
        </pc:sldMkLst>
      </pc:sldChg>
      <pc:sldChg chg="add del">
        <pc:chgData name="Bilal Othman" userId="f5019779-5bf4-4d33-a04d-492903a8df80" providerId="ADAL" clId="{6AEE4846-9C6E-50AE-9183-DF01E1CFD062}" dt="2025-10-17T21:12:23.216" v="409" actId="2696"/>
        <pc:sldMkLst>
          <pc:docMk/>
          <pc:sldMk cId="3753532281" sldId="2147481221"/>
        </pc:sldMkLst>
      </pc:sldChg>
      <pc:sldChg chg="add del">
        <pc:chgData name="Bilal Othman" userId="f5019779-5bf4-4d33-a04d-492903a8df80" providerId="ADAL" clId="{6AEE4846-9C6E-50AE-9183-DF01E1CFD062}" dt="2025-10-17T21:12:10.366" v="376" actId="2696"/>
        <pc:sldMkLst>
          <pc:docMk/>
          <pc:sldMk cId="1157813500" sldId="2147481222"/>
        </pc:sldMkLst>
      </pc:sldChg>
      <pc:sldChg chg="add del">
        <pc:chgData name="Bilal Othman" userId="f5019779-5bf4-4d33-a04d-492903a8df80" providerId="ADAL" clId="{6AEE4846-9C6E-50AE-9183-DF01E1CFD062}" dt="2025-10-17T21:12:10.415" v="388" actId="2696"/>
        <pc:sldMkLst>
          <pc:docMk/>
          <pc:sldMk cId="4242413873" sldId="2147481223"/>
        </pc:sldMkLst>
      </pc:sldChg>
      <pc:sldChg chg="add del">
        <pc:chgData name="Bilal Othman" userId="f5019779-5bf4-4d33-a04d-492903a8df80" providerId="ADAL" clId="{6AEE4846-9C6E-50AE-9183-DF01E1CFD062}" dt="2025-10-17T21:12:23.238" v="419" actId="2696"/>
        <pc:sldMkLst>
          <pc:docMk/>
          <pc:sldMk cId="3621352377" sldId="2147481224"/>
        </pc:sldMkLst>
      </pc:sldChg>
      <pc:sldChg chg="add del">
        <pc:chgData name="Bilal Othman" userId="f5019779-5bf4-4d33-a04d-492903a8df80" providerId="ADAL" clId="{6AEE4846-9C6E-50AE-9183-DF01E1CFD062}" dt="2025-10-17T21:12:23.167" v="394" actId="2696"/>
        <pc:sldMkLst>
          <pc:docMk/>
          <pc:sldMk cId="2178493738" sldId="2147481225"/>
        </pc:sldMkLst>
      </pc:sldChg>
      <pc:sldChg chg="add del">
        <pc:chgData name="Bilal Othman" userId="f5019779-5bf4-4d33-a04d-492903a8df80" providerId="ADAL" clId="{6AEE4846-9C6E-50AE-9183-DF01E1CFD062}" dt="2025-10-17T21:12:23.230" v="412" actId="2696"/>
        <pc:sldMkLst>
          <pc:docMk/>
          <pc:sldMk cId="1394883244" sldId="2147481226"/>
        </pc:sldMkLst>
      </pc:sldChg>
      <pc:sldChg chg="add del">
        <pc:chgData name="Bilal Othman" userId="f5019779-5bf4-4d33-a04d-492903a8df80" providerId="ADAL" clId="{6AEE4846-9C6E-50AE-9183-DF01E1CFD062}" dt="2025-10-17T21:12:10.270" v="358" actId="2696"/>
        <pc:sldMkLst>
          <pc:docMk/>
          <pc:sldMk cId="2560992972" sldId="2147481227"/>
        </pc:sldMkLst>
      </pc:sldChg>
      <pc:sldChg chg="add del">
        <pc:chgData name="Bilal Othman" userId="f5019779-5bf4-4d33-a04d-492903a8df80" providerId="ADAL" clId="{6AEE4846-9C6E-50AE-9183-DF01E1CFD062}" dt="2025-10-17T21:12:10.306" v="367" actId="2696"/>
        <pc:sldMkLst>
          <pc:docMk/>
          <pc:sldMk cId="427855662" sldId="2147481228"/>
        </pc:sldMkLst>
      </pc:sldChg>
      <pc:sldChg chg="add del">
        <pc:chgData name="Bilal Othman" userId="f5019779-5bf4-4d33-a04d-492903a8df80" providerId="ADAL" clId="{6AEE4846-9C6E-50AE-9183-DF01E1CFD062}" dt="2025-10-17T21:12:10.300" v="366" actId="2696"/>
        <pc:sldMkLst>
          <pc:docMk/>
          <pc:sldMk cId="1426298556" sldId="2147481229"/>
        </pc:sldMkLst>
      </pc:sldChg>
      <pc:sldChg chg="add del">
        <pc:chgData name="Bilal Othman" userId="f5019779-5bf4-4d33-a04d-492903a8df80" providerId="ADAL" clId="{6AEE4846-9C6E-50AE-9183-DF01E1CFD062}" dt="2025-10-17T21:12:10.429" v="391" actId="2696"/>
        <pc:sldMkLst>
          <pc:docMk/>
          <pc:sldMk cId="3134119948" sldId="2147481230"/>
        </pc:sldMkLst>
      </pc:sldChg>
      <pc:sldChg chg="add del">
        <pc:chgData name="Bilal Othman" userId="f5019779-5bf4-4d33-a04d-492903a8df80" providerId="ADAL" clId="{6AEE4846-9C6E-50AE-9183-DF01E1CFD062}" dt="2025-10-17T21:12:10.374" v="380" actId="2696"/>
        <pc:sldMkLst>
          <pc:docMk/>
          <pc:sldMk cId="1893241687" sldId="2147481232"/>
        </pc:sldMkLst>
      </pc:sldChg>
      <pc:sldChg chg="add del">
        <pc:chgData name="Bilal Othman" userId="f5019779-5bf4-4d33-a04d-492903a8df80" providerId="ADAL" clId="{6AEE4846-9C6E-50AE-9183-DF01E1CFD062}" dt="2025-10-17T21:12:23.267" v="431" actId="2696"/>
        <pc:sldMkLst>
          <pc:docMk/>
          <pc:sldMk cId="4253379048" sldId="2147481233"/>
        </pc:sldMkLst>
      </pc:sldChg>
      <pc:sldChg chg="add del">
        <pc:chgData name="Bilal Othman" userId="f5019779-5bf4-4d33-a04d-492903a8df80" providerId="ADAL" clId="{6AEE4846-9C6E-50AE-9183-DF01E1CFD062}" dt="2025-10-17T21:12:23.289" v="436" actId="2696"/>
        <pc:sldMkLst>
          <pc:docMk/>
          <pc:sldMk cId="1567322584" sldId="2147481236"/>
        </pc:sldMkLst>
      </pc:sldChg>
      <pc:sldChg chg="add del">
        <pc:chgData name="Bilal Othman" userId="f5019779-5bf4-4d33-a04d-492903a8df80" providerId="ADAL" clId="{6AEE4846-9C6E-50AE-9183-DF01E1CFD062}" dt="2025-10-17T21:12:23.288" v="435" actId="2696"/>
        <pc:sldMkLst>
          <pc:docMk/>
          <pc:sldMk cId="229596941" sldId="2147481237"/>
        </pc:sldMkLst>
      </pc:sldChg>
      <pc:sldChg chg="add del">
        <pc:chgData name="Bilal Othman" userId="f5019779-5bf4-4d33-a04d-492903a8df80" providerId="ADAL" clId="{6AEE4846-9C6E-50AE-9183-DF01E1CFD062}" dt="2025-10-17T21:12:23.236" v="417" actId="2696"/>
        <pc:sldMkLst>
          <pc:docMk/>
          <pc:sldMk cId="821359188" sldId="2147481238"/>
        </pc:sldMkLst>
      </pc:sldChg>
      <pc:sldChg chg="add del">
        <pc:chgData name="Bilal Othman" userId="f5019779-5bf4-4d33-a04d-492903a8df80" providerId="ADAL" clId="{6AEE4846-9C6E-50AE-9183-DF01E1CFD062}" dt="2025-10-17T21:12:23.171" v="396" actId="2696"/>
        <pc:sldMkLst>
          <pc:docMk/>
          <pc:sldMk cId="1694054532" sldId="2147481239"/>
        </pc:sldMkLst>
      </pc:sldChg>
      <pc:sldChg chg="add del">
        <pc:chgData name="Bilal Othman" userId="f5019779-5bf4-4d33-a04d-492903a8df80" providerId="ADAL" clId="{6AEE4846-9C6E-50AE-9183-DF01E1CFD062}" dt="2025-10-17T21:12:23.165" v="393" actId="2696"/>
        <pc:sldMkLst>
          <pc:docMk/>
          <pc:sldMk cId="3378682446" sldId="2147481240"/>
        </pc:sldMkLst>
      </pc:sldChg>
      <pc:sldChg chg="add del">
        <pc:chgData name="Bilal Othman" userId="f5019779-5bf4-4d33-a04d-492903a8df80" providerId="ADAL" clId="{6AEE4846-9C6E-50AE-9183-DF01E1CFD062}" dt="2025-10-17T21:12:23.214" v="407" actId="2696"/>
        <pc:sldMkLst>
          <pc:docMk/>
          <pc:sldMk cId="3130016136" sldId="2147481241"/>
        </pc:sldMkLst>
      </pc:sldChg>
      <pc:sldChg chg="add del">
        <pc:chgData name="Bilal Othman" userId="f5019779-5bf4-4d33-a04d-492903a8df80" providerId="ADAL" clId="{6AEE4846-9C6E-50AE-9183-DF01E1CFD062}" dt="2025-10-17T21:12:23.291" v="437" actId="2696"/>
        <pc:sldMkLst>
          <pc:docMk/>
          <pc:sldMk cId="3652664627" sldId="2147481242"/>
        </pc:sldMkLst>
      </pc:sldChg>
      <pc:sldChg chg="add del">
        <pc:chgData name="Bilal Othman" userId="f5019779-5bf4-4d33-a04d-492903a8df80" providerId="ADAL" clId="{6AEE4846-9C6E-50AE-9183-DF01E1CFD062}" dt="2025-10-17T21:12:10.325" v="370" actId="2696"/>
        <pc:sldMkLst>
          <pc:docMk/>
          <pc:sldMk cId="3576209394" sldId="2147481243"/>
        </pc:sldMkLst>
      </pc:sldChg>
      <pc:sldChg chg="add del">
        <pc:chgData name="Bilal Othman" userId="f5019779-5bf4-4d33-a04d-492903a8df80" providerId="ADAL" clId="{6AEE4846-9C6E-50AE-9183-DF01E1CFD062}" dt="2025-10-17T21:12:10.266" v="357" actId="2696"/>
        <pc:sldMkLst>
          <pc:docMk/>
          <pc:sldMk cId="2460346233" sldId="2147481244"/>
        </pc:sldMkLst>
      </pc:sldChg>
      <pc:sldChg chg="add del">
        <pc:chgData name="Bilal Othman" userId="f5019779-5bf4-4d33-a04d-492903a8df80" providerId="ADAL" clId="{6AEE4846-9C6E-50AE-9183-DF01E1CFD062}" dt="2025-10-17T21:12:10.261" v="356" actId="2696"/>
        <pc:sldMkLst>
          <pc:docMk/>
          <pc:sldMk cId="1484297181" sldId="2147481247"/>
        </pc:sldMkLst>
      </pc:sldChg>
      <pc:sldChg chg="add del">
        <pc:chgData name="Bilal Othman" userId="f5019779-5bf4-4d33-a04d-492903a8df80" providerId="ADAL" clId="{6AEE4846-9C6E-50AE-9183-DF01E1CFD062}" dt="2025-10-17T21:12:10.258" v="355" actId="2696"/>
        <pc:sldMkLst>
          <pc:docMk/>
          <pc:sldMk cId="2852939510" sldId="2147481248"/>
        </pc:sldMkLst>
      </pc:sldChg>
      <pc:sldChg chg="add del">
        <pc:chgData name="Bilal Othman" userId="f5019779-5bf4-4d33-a04d-492903a8df80" providerId="ADAL" clId="{6AEE4846-9C6E-50AE-9183-DF01E1CFD062}" dt="2025-10-17T21:12:10.333" v="372" actId="2696"/>
        <pc:sldMkLst>
          <pc:docMk/>
          <pc:sldMk cId="25791284" sldId="2147481249"/>
        </pc:sldMkLst>
      </pc:sldChg>
      <pc:sldChg chg="add del">
        <pc:chgData name="Bilal Othman" userId="f5019779-5bf4-4d33-a04d-492903a8df80" providerId="ADAL" clId="{6AEE4846-9C6E-50AE-9183-DF01E1CFD062}" dt="2025-10-17T21:12:23.252" v="425" actId="2696"/>
        <pc:sldMkLst>
          <pc:docMk/>
          <pc:sldMk cId="2176796729" sldId="2147481250"/>
        </pc:sldMkLst>
      </pc:sldChg>
      <pc:sldChg chg="add del">
        <pc:chgData name="Bilal Othman" userId="f5019779-5bf4-4d33-a04d-492903a8df80" providerId="ADAL" clId="{6AEE4846-9C6E-50AE-9183-DF01E1CFD062}" dt="2025-10-17T21:12:23.197" v="402" actId="2696"/>
        <pc:sldMkLst>
          <pc:docMk/>
          <pc:sldMk cId="2363090598" sldId="2147481251"/>
        </pc:sldMkLst>
      </pc:sldChg>
      <pc:sldChg chg="add del">
        <pc:chgData name="Bilal Othman" userId="f5019779-5bf4-4d33-a04d-492903a8df80" providerId="ADAL" clId="{6AEE4846-9C6E-50AE-9183-DF01E1CFD062}" dt="2025-10-17T21:12:23.210" v="404" actId="2696"/>
        <pc:sldMkLst>
          <pc:docMk/>
          <pc:sldMk cId="2326761967" sldId="2147481252"/>
        </pc:sldMkLst>
      </pc:sldChg>
      <pc:sldChg chg="add del">
        <pc:chgData name="Bilal Othman" userId="f5019779-5bf4-4d33-a04d-492903a8df80" providerId="ADAL" clId="{6AEE4846-9C6E-50AE-9183-DF01E1CFD062}" dt="2025-10-17T21:12:10.272" v="359" actId="2696"/>
        <pc:sldMkLst>
          <pc:docMk/>
          <pc:sldMk cId="3718838375" sldId="2147481253"/>
        </pc:sldMkLst>
      </pc:sldChg>
      <pc:sldChg chg="add del">
        <pc:chgData name="Bilal Othman" userId="f5019779-5bf4-4d33-a04d-492903a8df80" providerId="ADAL" clId="{6AEE4846-9C6E-50AE-9183-DF01E1CFD062}" dt="2025-10-17T21:12:23.242" v="423" actId="2696"/>
        <pc:sldMkLst>
          <pc:docMk/>
          <pc:sldMk cId="2060710732" sldId="2147481254"/>
        </pc:sldMkLst>
      </pc:sldChg>
      <pc:sldChg chg="add del">
        <pc:chgData name="Bilal Othman" userId="f5019779-5bf4-4d33-a04d-492903a8df80" providerId="ADAL" clId="{6AEE4846-9C6E-50AE-9183-DF01E1CFD062}" dt="2025-10-17T21:12:23.232" v="415" actId="2696"/>
        <pc:sldMkLst>
          <pc:docMk/>
          <pc:sldMk cId="988488" sldId="2147481255"/>
        </pc:sldMkLst>
      </pc:sldChg>
      <pc:sldChg chg="add del">
        <pc:chgData name="Bilal Othman" userId="f5019779-5bf4-4d33-a04d-492903a8df80" providerId="ADAL" clId="{6AEE4846-9C6E-50AE-9183-DF01E1CFD062}" dt="2025-10-17T21:12:10.309" v="368" actId="2696"/>
        <pc:sldMkLst>
          <pc:docMk/>
          <pc:sldMk cId="2682905776" sldId="2147481257"/>
        </pc:sldMkLst>
      </pc:sldChg>
      <pc:sldChg chg="add del">
        <pc:chgData name="Bilal Othman" userId="f5019779-5bf4-4d33-a04d-492903a8df80" providerId="ADAL" clId="{6AEE4846-9C6E-50AE-9183-DF01E1CFD062}" dt="2025-10-17T21:12:10.370" v="378" actId="2696"/>
        <pc:sldMkLst>
          <pc:docMk/>
          <pc:sldMk cId="2763871" sldId="2147481258"/>
        </pc:sldMkLst>
      </pc:sldChg>
      <pc:sldChg chg="add del">
        <pc:chgData name="Bilal Othman" userId="f5019779-5bf4-4d33-a04d-492903a8df80" providerId="ADAL" clId="{6AEE4846-9C6E-50AE-9183-DF01E1CFD062}" dt="2025-10-17T21:12:10.275" v="360" actId="2696"/>
        <pc:sldMkLst>
          <pc:docMk/>
          <pc:sldMk cId="2022463905" sldId="2147481260"/>
        </pc:sldMkLst>
      </pc:sldChg>
      <pc:sldChg chg="add del">
        <pc:chgData name="Bilal Othman" userId="f5019779-5bf4-4d33-a04d-492903a8df80" providerId="ADAL" clId="{6AEE4846-9C6E-50AE-9183-DF01E1CFD062}" dt="2025-10-17T21:12:10.395" v="383" actId="2696"/>
        <pc:sldMkLst>
          <pc:docMk/>
          <pc:sldMk cId="648698299" sldId="2147481261"/>
        </pc:sldMkLst>
      </pc:sldChg>
      <pc:sldChg chg="add del">
        <pc:chgData name="Bilal Othman" userId="f5019779-5bf4-4d33-a04d-492903a8df80" providerId="ADAL" clId="{6AEE4846-9C6E-50AE-9183-DF01E1CFD062}" dt="2025-10-17T21:12:10.278" v="361" actId="2696"/>
        <pc:sldMkLst>
          <pc:docMk/>
          <pc:sldMk cId="4145473322" sldId="2147481262"/>
        </pc:sldMkLst>
      </pc:sldChg>
      <pc:sldChg chg="add del">
        <pc:chgData name="Bilal Othman" userId="f5019779-5bf4-4d33-a04d-492903a8df80" providerId="ADAL" clId="{6AEE4846-9C6E-50AE-9183-DF01E1CFD062}" dt="2025-10-17T21:12:23.241" v="422" actId="2696"/>
        <pc:sldMkLst>
          <pc:docMk/>
          <pc:sldMk cId="756745785" sldId="2147481263"/>
        </pc:sldMkLst>
      </pc:sldChg>
      <pc:sldChg chg="add del">
        <pc:chgData name="Bilal Othman" userId="f5019779-5bf4-4d33-a04d-492903a8df80" providerId="ADAL" clId="{6AEE4846-9C6E-50AE-9183-DF01E1CFD062}" dt="2025-10-17T21:12:10.240" v="354" actId="2696"/>
        <pc:sldMkLst>
          <pc:docMk/>
          <pc:sldMk cId="345488764" sldId="2147481264"/>
        </pc:sldMkLst>
      </pc:sldChg>
      <pc:sldChg chg="add del">
        <pc:chgData name="Bilal Othman" userId="f5019779-5bf4-4d33-a04d-492903a8df80" providerId="ADAL" clId="{6AEE4846-9C6E-50AE-9183-DF01E1CFD062}" dt="2025-10-17T21:12:23.173" v="397" actId="2696"/>
        <pc:sldMkLst>
          <pc:docMk/>
          <pc:sldMk cId="2503961039" sldId="2147481265"/>
        </pc:sldMkLst>
      </pc:sldChg>
      <pc:sldChg chg="add del">
        <pc:chgData name="Bilal Othman" userId="f5019779-5bf4-4d33-a04d-492903a8df80" providerId="ADAL" clId="{6AEE4846-9C6E-50AE-9183-DF01E1CFD062}" dt="2025-10-17T21:12:23.227" v="410" actId="2696"/>
        <pc:sldMkLst>
          <pc:docMk/>
          <pc:sldMk cId="863687252" sldId="2147481266"/>
        </pc:sldMkLst>
      </pc:sldChg>
      <pc:sldChg chg="add del">
        <pc:chgData name="Bilal Othman" userId="f5019779-5bf4-4d33-a04d-492903a8df80" providerId="ADAL" clId="{6AEE4846-9C6E-50AE-9183-DF01E1CFD062}" dt="2025-10-17T21:12:10.427" v="390" actId="2696"/>
        <pc:sldMkLst>
          <pc:docMk/>
          <pc:sldMk cId="1129400367" sldId="2147481267"/>
        </pc:sldMkLst>
      </pc:sldChg>
      <pc:sldChg chg="add del">
        <pc:chgData name="Bilal Othman" userId="f5019779-5bf4-4d33-a04d-492903a8df80" providerId="ADAL" clId="{6AEE4846-9C6E-50AE-9183-DF01E1CFD062}" dt="2025-10-17T21:12:10.355" v="374" actId="2696"/>
        <pc:sldMkLst>
          <pc:docMk/>
          <pc:sldMk cId="645413853" sldId="2147481268"/>
        </pc:sldMkLst>
      </pc:sldChg>
      <pc:sldChg chg="add del">
        <pc:chgData name="Bilal Othman" userId="f5019779-5bf4-4d33-a04d-492903a8df80" providerId="ADAL" clId="{6AEE4846-9C6E-50AE-9183-DF01E1CFD062}" dt="2025-10-17T21:12:10.345" v="373" actId="2696"/>
        <pc:sldMkLst>
          <pc:docMk/>
          <pc:sldMk cId="3907743225" sldId="2147481269"/>
        </pc:sldMkLst>
      </pc:sldChg>
      <pc:sldChg chg="add del">
        <pc:chgData name="Bilal Othman" userId="f5019779-5bf4-4d33-a04d-492903a8df80" providerId="ADAL" clId="{6AEE4846-9C6E-50AE-9183-DF01E1CFD062}" dt="2025-10-17T21:12:10.298" v="365" actId="2696"/>
        <pc:sldMkLst>
          <pc:docMk/>
          <pc:sldMk cId="869299062" sldId="2147481271"/>
        </pc:sldMkLst>
      </pc:sldChg>
      <pc:sldChg chg="add del">
        <pc:chgData name="Bilal Othman" userId="f5019779-5bf4-4d33-a04d-492903a8df80" providerId="ADAL" clId="{6AEE4846-9C6E-50AE-9183-DF01E1CFD062}" dt="2025-10-17T21:12:10.413" v="387" actId="2696"/>
        <pc:sldMkLst>
          <pc:docMk/>
          <pc:sldMk cId="1976876559" sldId="2147481274"/>
        </pc:sldMkLst>
      </pc:sldChg>
      <pc:sldChg chg="add del">
        <pc:chgData name="Bilal Othman" userId="f5019779-5bf4-4d33-a04d-492903a8df80" providerId="ADAL" clId="{6AEE4846-9C6E-50AE-9183-DF01E1CFD062}" dt="2025-10-17T21:12:23.234" v="416" actId="2696"/>
        <pc:sldMkLst>
          <pc:docMk/>
          <pc:sldMk cId="68822884" sldId="2147481275"/>
        </pc:sldMkLst>
      </pc:sldChg>
      <pc:sldChg chg="add del">
        <pc:chgData name="Bilal Othman" userId="f5019779-5bf4-4d33-a04d-492903a8df80" providerId="ADAL" clId="{6AEE4846-9C6E-50AE-9183-DF01E1CFD062}" dt="2025-10-17T21:12:10.296" v="364" actId="2696"/>
        <pc:sldMkLst>
          <pc:docMk/>
          <pc:sldMk cId="926817997" sldId="2147481276"/>
        </pc:sldMkLst>
      </pc:sldChg>
      <pc:sldChg chg="add del">
        <pc:chgData name="Bilal Othman" userId="f5019779-5bf4-4d33-a04d-492903a8df80" providerId="ADAL" clId="{6AEE4846-9C6E-50AE-9183-DF01E1CFD062}" dt="2025-10-17T21:12:10.281" v="362" actId="2696"/>
        <pc:sldMkLst>
          <pc:docMk/>
          <pc:sldMk cId="2350308366" sldId="2147481278"/>
        </pc:sldMkLst>
      </pc:sldChg>
      <pc:sldChg chg="add del">
        <pc:chgData name="Bilal Othman" userId="f5019779-5bf4-4d33-a04d-492903a8df80" providerId="ADAL" clId="{6AEE4846-9C6E-50AE-9183-DF01E1CFD062}" dt="2025-10-17T21:12:10.412" v="386" actId="2696"/>
        <pc:sldMkLst>
          <pc:docMk/>
          <pc:sldMk cId="1618464510" sldId="2147481280"/>
        </pc:sldMkLst>
      </pc:sldChg>
      <pc:sldChg chg="add del">
        <pc:chgData name="Bilal Othman" userId="f5019779-5bf4-4d33-a04d-492903a8df80" providerId="ADAL" clId="{6AEE4846-9C6E-50AE-9183-DF01E1CFD062}" dt="2025-10-17T21:12:23.253" v="426" actId="2696"/>
        <pc:sldMkLst>
          <pc:docMk/>
          <pc:sldMk cId="1246806865" sldId="2147481284"/>
        </pc:sldMkLst>
      </pc:sldChg>
      <pc:sldChg chg="add del">
        <pc:chgData name="Bilal Othman" userId="f5019779-5bf4-4d33-a04d-492903a8df80" providerId="ADAL" clId="{6AEE4846-9C6E-50AE-9183-DF01E1CFD062}" dt="2025-10-17T21:12:23.185" v="401" actId="2696"/>
        <pc:sldMkLst>
          <pc:docMk/>
          <pc:sldMk cId="2379161747" sldId="2147481286"/>
        </pc:sldMkLst>
      </pc:sldChg>
      <pc:sldChg chg="add del">
        <pc:chgData name="Bilal Othman" userId="f5019779-5bf4-4d33-a04d-492903a8df80" providerId="ADAL" clId="{6AEE4846-9C6E-50AE-9183-DF01E1CFD062}" dt="2025-10-17T21:12:23.244" v="424" actId="2696"/>
        <pc:sldMkLst>
          <pc:docMk/>
          <pc:sldMk cId="2042423855" sldId="2147481287"/>
        </pc:sldMkLst>
      </pc:sldChg>
      <pc:sldChg chg="add del">
        <pc:chgData name="Bilal Othman" userId="f5019779-5bf4-4d33-a04d-492903a8df80" providerId="ADAL" clId="{6AEE4846-9C6E-50AE-9183-DF01E1CFD062}" dt="2025-10-17T21:12:23.231" v="413" actId="2696"/>
        <pc:sldMkLst>
          <pc:docMk/>
          <pc:sldMk cId="1092428753" sldId="2147481288"/>
        </pc:sldMkLst>
      </pc:sldChg>
      <pc:sldChg chg="add del">
        <pc:chgData name="Bilal Othman" userId="f5019779-5bf4-4d33-a04d-492903a8df80" providerId="ADAL" clId="{6AEE4846-9C6E-50AE-9183-DF01E1CFD062}" dt="2025-10-17T21:12:10.394" v="382" actId="2696"/>
        <pc:sldMkLst>
          <pc:docMk/>
          <pc:sldMk cId="2213353267" sldId="2147481289"/>
        </pc:sldMkLst>
      </pc:sldChg>
      <pc:sldChg chg="add del">
        <pc:chgData name="Bilal Othman" userId="f5019779-5bf4-4d33-a04d-492903a8df80" providerId="ADAL" clId="{6AEE4846-9C6E-50AE-9183-DF01E1CFD062}" dt="2025-10-17T21:12:23.175" v="398" actId="2696"/>
        <pc:sldMkLst>
          <pc:docMk/>
          <pc:sldMk cId="1751227399" sldId="2147481290"/>
        </pc:sldMkLst>
      </pc:sldChg>
      <pc:sldChg chg="add del">
        <pc:chgData name="Bilal Othman" userId="f5019779-5bf4-4d33-a04d-492903a8df80" providerId="ADAL" clId="{6AEE4846-9C6E-50AE-9183-DF01E1CFD062}" dt="2025-10-17T21:12:10.294" v="363" actId="2696"/>
        <pc:sldMkLst>
          <pc:docMk/>
          <pc:sldMk cId="1156650361" sldId="2147481291"/>
        </pc:sldMkLst>
      </pc:sldChg>
      <pc:sldChg chg="add del">
        <pc:chgData name="Bilal Othman" userId="f5019779-5bf4-4d33-a04d-492903a8df80" providerId="ADAL" clId="{6AEE4846-9C6E-50AE-9183-DF01E1CFD062}" dt="2025-10-17T21:12:23.153" v="392" actId="2696"/>
        <pc:sldMkLst>
          <pc:docMk/>
          <pc:sldMk cId="933037012" sldId="2147481293"/>
        </pc:sldMkLst>
      </pc:sldChg>
      <pc:sldChg chg="add del">
        <pc:chgData name="Bilal Othman" userId="f5019779-5bf4-4d33-a04d-492903a8df80" providerId="ADAL" clId="{6AEE4846-9C6E-50AE-9183-DF01E1CFD062}" dt="2025-10-17T21:12:23.232" v="414" actId="2696"/>
        <pc:sldMkLst>
          <pc:docMk/>
          <pc:sldMk cId="277216321" sldId="2147481295"/>
        </pc:sldMkLst>
      </pc:sldChg>
      <pc:sldChg chg="add del">
        <pc:chgData name="Bilal Othman" userId="f5019779-5bf4-4d33-a04d-492903a8df80" providerId="ADAL" clId="{6AEE4846-9C6E-50AE-9183-DF01E1CFD062}" dt="2025-10-17T21:12:23.254" v="427" actId="2696"/>
        <pc:sldMkLst>
          <pc:docMk/>
          <pc:sldMk cId="3933677755" sldId="2147481297"/>
        </pc:sldMkLst>
      </pc:sldChg>
      <pc:sldMasterChg chg="modSldLayout">
        <pc:chgData name="Bilal Othman" userId="f5019779-5bf4-4d33-a04d-492903a8df80" providerId="ADAL" clId="{6AEE4846-9C6E-50AE-9183-DF01E1CFD062}" dt="2025-10-20T16:53:41.031" v="650" actId="478"/>
        <pc:sldMasterMkLst>
          <pc:docMk/>
          <pc:sldMasterMk cId="1804289383" sldId="2147483648"/>
        </pc:sldMasterMkLst>
        <pc:sldLayoutChg chg="addSp delSp modSp mod">
          <pc:chgData name="Bilal Othman" userId="f5019779-5bf4-4d33-a04d-492903a8df80" providerId="ADAL" clId="{6AEE4846-9C6E-50AE-9183-DF01E1CFD062}" dt="2025-10-17T21:25:49.483" v="483" actId="1076"/>
          <pc:sldLayoutMkLst>
            <pc:docMk/>
            <pc:sldMasterMk cId="1804289383" sldId="2147483648"/>
            <pc:sldLayoutMk cId="1468406521" sldId="2147483831"/>
          </pc:sldLayoutMkLst>
          <pc:picChg chg="add mod">
            <ac:chgData name="Bilal Othman" userId="f5019779-5bf4-4d33-a04d-492903a8df80" providerId="ADAL" clId="{6AEE4846-9C6E-50AE-9183-DF01E1CFD062}" dt="2025-10-17T21:25:49.483" v="483" actId="1076"/>
            <ac:picMkLst>
              <pc:docMk/>
              <pc:sldMasterMk cId="1804289383" sldId="2147483648"/>
              <pc:sldLayoutMk cId="1468406521" sldId="2147483831"/>
              <ac:picMk id="3" creationId="{1A1CC415-D3B6-E073-E388-58BEF1DC4AA5}"/>
            </ac:picMkLst>
          </pc:picChg>
        </pc:sldLayoutChg>
        <pc:sldLayoutChg chg="delSp modSp mod">
          <pc:chgData name="Bilal Othman" userId="f5019779-5bf4-4d33-a04d-492903a8df80" providerId="ADAL" clId="{6AEE4846-9C6E-50AE-9183-DF01E1CFD062}" dt="2025-10-20T16:53:41.031" v="650" actId="478"/>
          <pc:sldLayoutMkLst>
            <pc:docMk/>
            <pc:sldMasterMk cId="1804289383" sldId="2147483648"/>
            <pc:sldLayoutMk cId="1506405986" sldId="2147484042"/>
          </pc:sldLayoutMkLst>
          <pc:spChg chg="mod">
            <ac:chgData name="Bilal Othman" userId="f5019779-5bf4-4d33-a04d-492903a8df80" providerId="ADAL" clId="{6AEE4846-9C6E-50AE-9183-DF01E1CFD062}" dt="2025-10-20T16:53:18.643" v="645" actId="1076"/>
            <ac:spMkLst>
              <pc:docMk/>
              <pc:sldMasterMk cId="1804289383" sldId="2147483648"/>
              <pc:sldLayoutMk cId="1506405986" sldId="2147484042"/>
              <ac:spMk id="27" creationId="{9F20E009-1DAD-B2B3-15C9-6FD76460D0C7}"/>
            </ac:spMkLst>
          </pc:spChg>
          <pc:spChg chg="del">
            <ac:chgData name="Bilal Othman" userId="f5019779-5bf4-4d33-a04d-492903a8df80" providerId="ADAL" clId="{6AEE4846-9C6E-50AE-9183-DF01E1CFD062}" dt="2025-10-20T16:53:27.240" v="646" actId="478"/>
            <ac:spMkLst>
              <pc:docMk/>
              <pc:sldMasterMk cId="1804289383" sldId="2147483648"/>
              <pc:sldLayoutMk cId="1506405986" sldId="2147484042"/>
              <ac:spMk id="29" creationId="{C553F42E-EA37-A53D-BC3D-98EF4C6F73D0}"/>
            </ac:spMkLst>
          </pc:spChg>
          <pc:spChg chg="del">
            <ac:chgData name="Bilal Othman" userId="f5019779-5bf4-4d33-a04d-492903a8df80" providerId="ADAL" clId="{6AEE4846-9C6E-50AE-9183-DF01E1CFD062}" dt="2025-10-20T16:53:30.919" v="647" actId="478"/>
            <ac:spMkLst>
              <pc:docMk/>
              <pc:sldMasterMk cId="1804289383" sldId="2147483648"/>
              <pc:sldLayoutMk cId="1506405986" sldId="2147484042"/>
              <ac:spMk id="30" creationId="{625B8563-CA62-446A-DB32-3BB6C504EB00}"/>
            </ac:spMkLst>
          </pc:spChg>
          <pc:spChg chg="del">
            <ac:chgData name="Bilal Othman" userId="f5019779-5bf4-4d33-a04d-492903a8df80" providerId="ADAL" clId="{6AEE4846-9C6E-50AE-9183-DF01E1CFD062}" dt="2025-10-20T16:53:32.377" v="648" actId="478"/>
            <ac:spMkLst>
              <pc:docMk/>
              <pc:sldMasterMk cId="1804289383" sldId="2147483648"/>
              <pc:sldLayoutMk cId="1506405986" sldId="2147484042"/>
              <ac:spMk id="36" creationId="{1757D7CB-F3FE-D190-EBBC-668244C0ED4D}"/>
            </ac:spMkLst>
          </pc:spChg>
          <pc:spChg chg="del">
            <ac:chgData name="Bilal Othman" userId="f5019779-5bf4-4d33-a04d-492903a8df80" providerId="ADAL" clId="{6AEE4846-9C6E-50AE-9183-DF01E1CFD062}" dt="2025-10-20T16:53:37.651" v="649" actId="478"/>
            <ac:spMkLst>
              <pc:docMk/>
              <pc:sldMasterMk cId="1804289383" sldId="2147483648"/>
              <pc:sldLayoutMk cId="1506405986" sldId="2147484042"/>
              <ac:spMk id="37" creationId="{E9C7E58F-8D39-3D12-49CB-9ACBF4BCF604}"/>
            </ac:spMkLst>
          </pc:spChg>
          <pc:spChg chg="del">
            <ac:chgData name="Bilal Othman" userId="f5019779-5bf4-4d33-a04d-492903a8df80" providerId="ADAL" clId="{6AEE4846-9C6E-50AE-9183-DF01E1CFD062}" dt="2025-10-20T16:53:41.031" v="650" actId="478"/>
            <ac:spMkLst>
              <pc:docMk/>
              <pc:sldMasterMk cId="1804289383" sldId="2147483648"/>
              <pc:sldLayoutMk cId="1506405986" sldId="2147484042"/>
              <ac:spMk id="38" creationId="{7598B5FC-839B-323F-0B53-36F5827C390E}"/>
            </ac:spMkLst>
          </pc:spChg>
        </pc:sldLayoutChg>
        <pc:sldLayoutChg chg="addSp modSp">
          <pc:chgData name="Bilal Othman" userId="f5019779-5bf4-4d33-a04d-492903a8df80" providerId="ADAL" clId="{6AEE4846-9C6E-50AE-9183-DF01E1CFD062}" dt="2025-10-17T21:15:02.106" v="441"/>
          <pc:sldLayoutMkLst>
            <pc:docMk/>
            <pc:sldMasterMk cId="1804289383" sldId="2147483648"/>
            <pc:sldLayoutMk cId="1453324459" sldId="2147484106"/>
          </pc:sldLayoutMkLst>
          <pc:picChg chg="add mod">
            <ac:chgData name="Bilal Othman" userId="f5019779-5bf4-4d33-a04d-492903a8df80" providerId="ADAL" clId="{6AEE4846-9C6E-50AE-9183-DF01E1CFD062}" dt="2025-10-17T21:15:02.106" v="441"/>
            <ac:picMkLst>
              <pc:docMk/>
              <pc:sldMasterMk cId="1804289383" sldId="2147483648"/>
              <pc:sldLayoutMk cId="1453324459" sldId="2147484106"/>
              <ac:picMk id="2" creationId="{6154393B-90BF-7FD1-D8E1-8E583B2C1B82}"/>
            </ac:picMkLst>
          </pc:picChg>
          <pc:picChg chg="add mod">
            <ac:chgData name="Bilal Othman" userId="f5019779-5bf4-4d33-a04d-492903a8df80" providerId="ADAL" clId="{6AEE4846-9C6E-50AE-9183-DF01E1CFD062}" dt="2025-10-17T21:15:02.106" v="441"/>
            <ac:picMkLst>
              <pc:docMk/>
              <pc:sldMasterMk cId="1804289383" sldId="2147483648"/>
              <pc:sldLayoutMk cId="1453324459" sldId="2147484106"/>
              <ac:picMk id="3" creationId="{8B9A4864-4926-4C62-4B91-03896BDC60BF}"/>
            </ac:picMkLst>
          </pc:picChg>
          <pc:picChg chg="add mod">
            <ac:chgData name="Bilal Othman" userId="f5019779-5bf4-4d33-a04d-492903a8df80" providerId="ADAL" clId="{6AEE4846-9C6E-50AE-9183-DF01E1CFD062}" dt="2025-10-17T21:15:02.106" v="441"/>
            <ac:picMkLst>
              <pc:docMk/>
              <pc:sldMasterMk cId="1804289383" sldId="2147483648"/>
              <pc:sldLayoutMk cId="1453324459" sldId="2147484106"/>
              <ac:picMk id="4" creationId="{70EE9CC7-4D63-74E2-0E2F-B8D3ECB4295D}"/>
            </ac:picMkLst>
          </pc:picChg>
        </pc:sldLayoutChg>
      </pc:sldMasterChg>
      <pc:sldMasterChg chg="new del mod addSldLayout delSldLayout">
        <pc:chgData name="Bilal Othman" userId="f5019779-5bf4-4d33-a04d-492903a8df80" providerId="ADAL" clId="{6AEE4846-9C6E-50AE-9183-DF01E1CFD062}" dt="2025-10-17T21:21:44.994" v="453" actId="6938"/>
        <pc:sldMasterMkLst>
          <pc:docMk/>
          <pc:sldMasterMk cId="2150054721" sldId="2147484107"/>
        </pc:sldMasterMkLst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09499949" sldId="2147484108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3915349657" sldId="2147484109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201770034" sldId="2147484110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382875377" sldId="2147484111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3548703701" sldId="2147484112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625586564" sldId="2147484113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2508578954" sldId="2147484114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3469426380" sldId="2147484115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3147408494" sldId="2147484116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446433852" sldId="2147484117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801072827" sldId="2147484118"/>
          </pc:sldLayoutMkLst>
        </pc:sldLayoutChg>
      </pc:sldMasterChg>
      <pc:sldMasterChg chg="add del">
        <pc:chgData name="Bilal Othman" userId="f5019779-5bf4-4d33-a04d-492903a8df80" providerId="ADAL" clId="{6AEE4846-9C6E-50AE-9183-DF01E1CFD062}" dt="2025-10-17T21:12:23.267" v="430" actId="2696"/>
        <pc:sldMasterMkLst>
          <pc:docMk/>
          <pc:sldMasterMk cId="1741442300" sldId="2147484109"/>
        </pc:sldMasterMkLst>
      </pc:sldMasterChg>
    </pc:docChg>
  </pc:docChgLst>
  <pc:docChgLst>
    <pc:chgData name="Shubhangi Verma" userId="c0355bd3-af2b-4be5-9724-d992cd36b32e" providerId="ADAL" clId="{C10E5BAD-77AF-5A72-8623-CDC46286E166}"/>
    <pc:docChg chg="undo custSel addSld modSld sldOrd modSection">
      <pc:chgData name="Shubhangi Verma" userId="c0355bd3-af2b-4be5-9724-d992cd36b32e" providerId="ADAL" clId="{C10E5BAD-77AF-5A72-8623-CDC46286E166}" dt="2025-10-07T20:09:57.553" v="2693" actId="729"/>
      <pc:docMkLst>
        <pc:docMk/>
      </pc:docMkLst>
      <pc:sldChg chg="modSp mod">
        <pc:chgData name="Shubhangi Verma" userId="c0355bd3-af2b-4be5-9724-d992cd36b32e" providerId="ADAL" clId="{C10E5BAD-77AF-5A72-8623-CDC46286E166}" dt="2025-10-07T16:59:30.456" v="2524" actId="207"/>
        <pc:sldMkLst>
          <pc:docMk/>
          <pc:sldMk cId="1299622664" sldId="434"/>
        </pc:sldMkLst>
      </pc:sldChg>
      <pc:sldChg chg="modSp mod">
        <pc:chgData name="Shubhangi Verma" userId="c0355bd3-af2b-4be5-9724-d992cd36b32e" providerId="ADAL" clId="{C10E5BAD-77AF-5A72-8623-CDC46286E166}" dt="2025-10-06T22:25:47.833" v="2259" actId="14100"/>
        <pc:sldMkLst>
          <pc:docMk/>
          <pc:sldMk cId="2761368814" sldId="2147481181"/>
        </pc:sldMkLst>
      </pc:sldChg>
      <pc:sldChg chg="modSp mod">
        <pc:chgData name="Shubhangi Verma" userId="c0355bd3-af2b-4be5-9724-d992cd36b32e" providerId="ADAL" clId="{C10E5BAD-77AF-5A72-8623-CDC46286E166}" dt="2025-10-07T18:11:39.941" v="2643" actId="20577"/>
        <pc:sldMkLst>
          <pc:docMk/>
          <pc:sldMk cId="829862625" sldId="2147481206"/>
        </pc:sldMkLst>
      </pc:sldChg>
      <pc:sldChg chg="modSp mod">
        <pc:chgData name="Shubhangi Verma" userId="c0355bd3-af2b-4be5-9724-d992cd36b32e" providerId="ADAL" clId="{C10E5BAD-77AF-5A72-8623-CDC46286E166}" dt="2025-10-07T18:00:10.734" v="2554" actId="207"/>
        <pc:sldMkLst>
          <pc:docMk/>
          <pc:sldMk cId="1270242671" sldId="2147481213"/>
        </pc:sldMkLst>
        <pc:graphicFrameChg chg="modGraphic">
          <ac:chgData name="Shubhangi Verma" userId="c0355bd3-af2b-4be5-9724-d992cd36b32e" providerId="ADAL" clId="{C10E5BAD-77AF-5A72-8623-CDC46286E166}" dt="2025-10-07T18:00:10.734" v="2554" actId="207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mod modShow">
        <pc:chgData name="Shubhangi Verma" userId="c0355bd3-af2b-4be5-9724-d992cd36b32e" providerId="ADAL" clId="{C10E5BAD-77AF-5A72-8623-CDC46286E166}" dt="2025-10-07T20:04:38.368" v="2644" actId="729"/>
        <pc:sldMkLst>
          <pc:docMk/>
          <pc:sldMk cId="300876207" sldId="2147481215"/>
        </pc:sldMkLst>
      </pc:sldChg>
      <pc:sldChg chg="modSp mod">
        <pc:chgData name="Shubhangi Verma" userId="c0355bd3-af2b-4be5-9724-d992cd36b32e" providerId="ADAL" clId="{C10E5BAD-77AF-5A72-8623-CDC46286E166}" dt="2025-10-07T16:59:18.582" v="2523" actId="207"/>
        <pc:sldMkLst>
          <pc:docMk/>
          <pc:sldMk cId="3892756515" sldId="2147481219"/>
        </pc:sldMkLst>
      </pc:sldChg>
      <pc:sldChg chg="modSp mod">
        <pc:chgData name="Shubhangi Verma" userId="c0355bd3-af2b-4be5-9724-d992cd36b32e" providerId="ADAL" clId="{C10E5BAD-77AF-5A72-8623-CDC46286E166}" dt="2025-10-07T17:00:03.892" v="2527" actId="207"/>
        <pc:sldMkLst>
          <pc:docMk/>
          <pc:sldMk cId="1893241687" sldId="2147481232"/>
        </pc:sldMkLst>
      </pc:sldChg>
      <pc:sldChg chg="mod modShow">
        <pc:chgData name="Shubhangi Verma" userId="c0355bd3-af2b-4be5-9724-d992cd36b32e" providerId="ADAL" clId="{C10E5BAD-77AF-5A72-8623-CDC46286E166}" dt="2025-09-30T23:12:16.327" v="281" actId="729"/>
        <pc:sldMkLst>
          <pc:docMk/>
          <pc:sldMk cId="4253379048" sldId="2147481233"/>
        </pc:sldMkLst>
      </pc:sldChg>
      <pc:sldChg chg="addSp delSp modSp new mod">
        <pc:chgData name="Shubhangi Verma" userId="c0355bd3-af2b-4be5-9724-d992cd36b32e" providerId="ADAL" clId="{C10E5BAD-77AF-5A72-8623-CDC46286E166}" dt="2025-10-07T16:59:43.472" v="2526" actId="1076"/>
        <pc:sldMkLst>
          <pc:docMk/>
          <pc:sldMk cId="1484297181" sldId="2147481247"/>
        </pc:sldMkLst>
      </pc:sldChg>
      <pc:sldChg chg="modSp mod">
        <pc:chgData name="Shubhangi Verma" userId="c0355bd3-af2b-4be5-9724-d992cd36b32e" providerId="ADAL" clId="{C10E5BAD-77AF-5A72-8623-CDC46286E166}" dt="2025-10-07T17:01:04.049" v="2530" actId="207"/>
        <pc:sldMkLst>
          <pc:docMk/>
          <pc:sldMk cId="2852939510" sldId="2147481248"/>
        </pc:sldMkLst>
      </pc:sldChg>
      <pc:sldChg chg="addSp delSp modSp new mod">
        <pc:chgData name="Shubhangi Verma" userId="c0355bd3-af2b-4be5-9724-d992cd36b32e" providerId="ADAL" clId="{C10E5BAD-77AF-5A72-8623-CDC46286E166}" dt="2025-09-30T23:46:31.289" v="1380" actId="1076"/>
        <pc:sldMkLst>
          <pc:docMk/>
          <pc:sldMk cId="25791284" sldId="2147481249"/>
        </pc:sldMkLst>
      </pc:sldChg>
      <pc:sldChg chg="mod ord modShow">
        <pc:chgData name="Shubhangi Verma" userId="c0355bd3-af2b-4be5-9724-d992cd36b32e" providerId="ADAL" clId="{C10E5BAD-77AF-5A72-8623-CDC46286E166}" dt="2025-10-06T22:25:04.447" v="2257" actId="20578"/>
        <pc:sldMkLst>
          <pc:docMk/>
          <pc:sldMk cId="988488" sldId="2147481255"/>
        </pc:sldMkLst>
      </pc:sldChg>
      <pc:sldChg chg="modSp mod">
        <pc:chgData name="Shubhangi Verma" userId="c0355bd3-af2b-4be5-9724-d992cd36b32e" providerId="ADAL" clId="{C10E5BAD-77AF-5A72-8623-CDC46286E166}" dt="2025-10-07T17:00:32.928" v="2529" actId="207"/>
        <pc:sldMkLst>
          <pc:docMk/>
          <pc:sldMk cId="2682905776" sldId="2147481257"/>
        </pc:sldMkLst>
      </pc:sldChg>
      <pc:sldChg chg="modSp mod">
        <pc:chgData name="Shubhangi Verma" userId="c0355bd3-af2b-4be5-9724-d992cd36b32e" providerId="ADAL" clId="{C10E5BAD-77AF-5A72-8623-CDC46286E166}" dt="2025-10-07T17:00:17.956" v="2528" actId="207"/>
        <pc:sldMkLst>
          <pc:docMk/>
          <pc:sldMk cId="2763871" sldId="2147481258"/>
        </pc:sldMkLst>
      </pc:sldChg>
      <pc:sldChg chg="mod modShow modNotesTx">
        <pc:chgData name="Shubhangi Verma" userId="c0355bd3-af2b-4be5-9724-d992cd36b32e" providerId="ADAL" clId="{C10E5BAD-77AF-5A72-8623-CDC46286E166}" dt="2025-10-07T20:05:21.689" v="2648" actId="729"/>
        <pc:sldMkLst>
          <pc:docMk/>
          <pc:sldMk cId="863687252" sldId="2147481266"/>
        </pc:sldMkLst>
      </pc:sldChg>
      <pc:sldChg chg="modSp mod">
        <pc:chgData name="Shubhangi Verma" userId="c0355bd3-af2b-4be5-9724-d992cd36b32e" providerId="ADAL" clId="{C10E5BAD-77AF-5A72-8623-CDC46286E166}" dt="2025-10-07T20:08:15.716" v="2684" actId="1076"/>
        <pc:sldMkLst>
          <pc:docMk/>
          <pc:sldMk cId="3907743225" sldId="2147481269"/>
        </pc:sldMkLst>
      </pc:sldChg>
      <pc:sldChg chg="mod modShow">
        <pc:chgData name="Shubhangi Verma" userId="c0355bd3-af2b-4be5-9724-d992cd36b32e" providerId="ADAL" clId="{C10E5BAD-77AF-5A72-8623-CDC46286E166}" dt="2025-10-07T20:09:57.553" v="2693" actId="729"/>
        <pc:sldMkLst>
          <pc:docMk/>
          <pc:sldMk cId="2080702279" sldId="2147481270"/>
        </pc:sldMkLst>
      </pc:sldChg>
      <pc:sldChg chg="modSp mod">
        <pc:chgData name="Shubhangi Verma" userId="c0355bd3-af2b-4be5-9724-d992cd36b32e" providerId="ADAL" clId="{C10E5BAD-77AF-5A72-8623-CDC46286E166}" dt="2025-10-07T17:43:19.761" v="2538" actId="207"/>
        <pc:sldMkLst>
          <pc:docMk/>
          <pc:sldMk cId="869299062" sldId="2147481271"/>
        </pc:sldMkLst>
      </pc:sldChg>
      <pc:sldChg chg="modSp mod">
        <pc:chgData name="Shubhangi Verma" userId="c0355bd3-af2b-4be5-9724-d992cd36b32e" providerId="ADAL" clId="{C10E5BAD-77AF-5A72-8623-CDC46286E166}" dt="2025-10-07T17:43:17.849" v="2535" actId="207"/>
        <pc:sldMkLst>
          <pc:docMk/>
          <pc:sldMk cId="926817997" sldId="2147481276"/>
        </pc:sldMkLst>
      </pc:sldChg>
      <pc:sldChg chg="addSp delSp modSp new mod">
        <pc:chgData name="Shubhangi Verma" userId="c0355bd3-af2b-4be5-9724-d992cd36b32e" providerId="ADAL" clId="{C10E5BAD-77AF-5A72-8623-CDC46286E166}" dt="2025-10-06T23:06:15.003" v="2519" actId="1076"/>
        <pc:sldMkLst>
          <pc:docMk/>
          <pc:sldMk cId="1618464510" sldId="2147481280"/>
        </pc:sldMkLst>
      </pc:sldChg>
      <pc:sldChg chg="modSp mod">
        <pc:chgData name="Shubhangi Verma" userId="c0355bd3-af2b-4be5-9724-d992cd36b32e" providerId="ADAL" clId="{C10E5BAD-77AF-5A72-8623-CDC46286E166}" dt="2025-10-07T20:05:07.689" v="2647" actId="207"/>
        <pc:sldMkLst>
          <pc:docMk/>
          <pc:sldMk cId="2213353267" sldId="2147481289"/>
        </pc:sldMkLst>
      </pc:sldChg>
      <pc:sldChg chg="modSp mod">
        <pc:chgData name="Shubhangi Verma" userId="c0355bd3-af2b-4be5-9724-d992cd36b32e" providerId="ADAL" clId="{C10E5BAD-77AF-5A72-8623-CDC46286E166}" dt="2025-10-07T20:07:53.313" v="2679" actId="1076"/>
        <pc:sldMkLst>
          <pc:docMk/>
          <pc:sldMk cId="1156650361" sldId="2147481291"/>
        </pc:sldMkLst>
      </pc:sldChg>
      <pc:sldChg chg="modSp add mod modCm">
        <pc:chgData name="Shubhangi Verma" userId="c0355bd3-af2b-4be5-9724-d992cd36b32e" providerId="ADAL" clId="{C10E5BAD-77AF-5A72-8623-CDC46286E166}" dt="2025-10-07T20:09:52.751" v="2692" actId="1076"/>
        <pc:sldMkLst>
          <pc:docMk/>
          <pc:sldMk cId="933037012" sldId="214748129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Shubhangi Verma" userId="c0355bd3-af2b-4be5-9724-d992cd36b32e" providerId="ADAL" clId="{C10E5BAD-77AF-5A72-8623-CDC46286E166}" dt="2025-10-07T20:07:04.556" v="2664" actId="20577"/>
              <pc2:cmMkLst xmlns:pc2="http://schemas.microsoft.com/office/powerpoint/2019/9/main/command">
                <pc:docMk/>
                <pc:sldMk cId="933037012" sldId="2147481293"/>
                <pc2:cmMk id="{A3D64D06-0681-6D42-8EE3-DB41D2036CFF}"/>
              </pc2:cmMkLst>
            </pc226:cmChg>
          </p:ext>
        </pc:ext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D22FB6-13E2-B84F-8B09-E0789BE35DB0}" type="slidenum">
              <a:rPr lang="en-US" smtClean="0"/>
              <a:t>‹#›</a:t>
            </a:fld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8B80D-5A25-F14F-A19E-833A383AEEC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486858-BEB2-AA4A-AEF7-6C259965A833}" type="datetimeFigureOut">
              <a:rPr lang="en-US" smtClean="0"/>
              <a:t>10/20/25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658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650B3E-2EAB-E847-9859-1E8EF3D97F17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51BA-7433-1D4B-84CB-B35DE54FD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1E90D-505C-D4D9-F0B9-94A99E478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88333-7201-1699-D0C7-4D2BF9B24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E1349-CEC7-7970-E839-C851DB1E2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CAF5D-F70B-BEA8-78B7-1FFDEEBD6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7413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9D366-FFD2-0BAC-5038-E233D68AF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2A6E3F-5080-EED6-76BB-976CD2959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C04191-03C5-CD82-35AB-41ACDDB2E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345C0-29E8-C0B8-0484-27D086F3D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51BA-7433-1D4B-84CB-B35DE54FDFC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295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-Pages_Magenta-Neon-Glow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22AC4E3-D9AB-8948-A5D8-E4071ADA00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09454" y="338203"/>
            <a:ext cx="6182546" cy="62755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16019-7E3E-F826-1FE5-3E2410B2E14B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1A1CC415-D3B6-E073-E388-58BEF1DC4AA5}"/>
              </a:ext>
            </a:extLst>
          </p:cNvPr>
          <p:cNvPicPr/>
          <p:nvPr userDrawn="1"/>
        </p:nvPicPr>
        <p:blipFill>
          <a:blip r:embed="rId3"/>
          <a:stretch>
            <a:fillRect/>
          </a:stretch>
        </p:blipFill>
        <p:spPr>
          <a:xfrm>
            <a:off x="697223" y="6078030"/>
            <a:ext cx="965195" cy="285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406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Charts-Graphs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F20E009-1DAD-B2B3-15C9-6FD76460D0C7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C720981C-23E8-EC72-1BEE-1302E7E8F2A6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F4279D22-477E-3B0F-91DD-21DC2578524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05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 ">
            <a:extLst>
              <a:ext uri="{FF2B5EF4-FFF2-40B4-BE49-F238E27FC236}">
                <a16:creationId xmlns:a16="http://schemas.microsoft.com/office/drawing/2014/main" id="{6154393B-90BF-7FD1-D8E1-8E583B2C1B8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99264" y="1575041"/>
            <a:ext cx="3613131" cy="3612680"/>
          </a:xfrm>
          <a:prstGeom prst="rect">
            <a:avLst/>
          </a:prstGeom>
        </p:spPr>
      </p:pic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8B9A4864-4926-4C62-4B91-03896BDC60B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56940" y="447"/>
            <a:ext cx="634997" cy="634917"/>
          </a:xfrm>
          <a:prstGeom prst="rect">
            <a:avLst/>
          </a:prstGeom>
        </p:spPr>
      </p:pic>
      <p:pic>
        <p:nvPicPr>
          <p:cNvPr id="4" name="Image 2" descr=" ">
            <a:extLst>
              <a:ext uri="{FF2B5EF4-FFF2-40B4-BE49-F238E27FC236}">
                <a16:creationId xmlns:a16="http://schemas.microsoft.com/office/drawing/2014/main" id="{70EE9CC7-4D63-74E2-0E2F-B8D3ECB4295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69640" y="6222636"/>
            <a:ext cx="319148" cy="31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32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-Pages_Magenta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F15CC9-2ACD-754F-A40D-CAB7AA33E0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64368" y="982468"/>
            <a:ext cx="4165712" cy="4965192"/>
          </a:xfrm>
          <a:prstGeom prst="rect">
            <a:avLst/>
          </a:prstGeom>
        </p:spPr>
      </p:pic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5280C5CB-615C-D84B-A98D-EB13D2803A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1855" y="5788597"/>
            <a:ext cx="3127157" cy="248530"/>
          </a:xfrm>
          <a:prstGeom prst="rect">
            <a:avLst/>
          </a:prstGeom>
        </p:spPr>
        <p:txBody>
          <a:bodyPr lIns="0" tIns="45720" rIns="91440" bIns="45720">
            <a:spAutoFit/>
          </a:bodyPr>
          <a:lstStyle>
            <a:lvl1pPr marL="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  <a:lvl3pPr marL="91440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3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r>
              <a:rPr lang="en-US"/>
              <a:t>SUBTEXT</a:t>
            </a:r>
          </a:p>
        </p:txBody>
      </p:sp>
      <p:sp>
        <p:nvSpPr>
          <p:cNvPr id="7" name="Title 23">
            <a:extLst>
              <a:ext uri="{FF2B5EF4-FFF2-40B4-BE49-F238E27FC236}">
                <a16:creationId xmlns:a16="http://schemas.microsoft.com/office/drawing/2014/main" id="{C728E607-C7C9-664B-B04B-671FD912E0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4186293"/>
            <a:ext cx="5983721" cy="1367810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>
              <a:lnSpc>
                <a:spcPct val="8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Cover Page</a:t>
            </a:r>
            <a:br>
              <a:rPr lang="en-US"/>
            </a:br>
            <a:r>
              <a:rPr lang="en-US"/>
              <a:t>Text Highlight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614839-4DEB-6582-2404-779F9501A1A3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3173918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-Pages_Magenta-Neon-Glow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A4723750-F7B4-E14B-BD61-C134E772DB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1855" y="5788597"/>
            <a:ext cx="3127157" cy="248530"/>
          </a:xfrm>
          <a:prstGeom prst="rect">
            <a:avLst/>
          </a:prstGeom>
        </p:spPr>
        <p:txBody>
          <a:bodyPr lIns="0" tIns="45720" rIns="91440" bIns="45720">
            <a:spAutoFit/>
          </a:bodyPr>
          <a:lstStyle>
            <a:lvl1pPr marL="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  <a:lvl3pPr marL="91440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3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r>
              <a:rPr lang="en-US"/>
              <a:t>SUBTEXT</a:t>
            </a: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2EEBB26B-B446-A040-BAFA-3352E9B168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4186293"/>
            <a:ext cx="5983721" cy="1367810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>
              <a:lnSpc>
                <a:spcPct val="8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Cover Page</a:t>
            </a:r>
            <a:br>
              <a:rPr lang="en-US"/>
            </a:br>
            <a:r>
              <a:rPr lang="en-US"/>
              <a:t>Text Highlight</a:t>
            </a: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22AC4E3-D9AB-8948-A5D8-E4071ADA00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09454" y="338203"/>
            <a:ext cx="6182546" cy="62755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16019-7E3E-F826-1FE5-3E2410B2E14B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9516478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losing-Slides_T-Digit">
    <p:bg>
      <p:bgPr>
        <a:solidFill>
          <a:srgbClr val="E200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4507F4-583B-4342-82D4-212E15228B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01983" y="2482596"/>
            <a:ext cx="1588034" cy="189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875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bg>
      <p:bgPr>
        <a:solidFill>
          <a:srgbClr val="DE4C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8">
            <a:extLst>
              <a:ext uri="{FF2B5EF4-FFF2-40B4-BE49-F238E27FC236}">
                <a16:creationId xmlns:a16="http://schemas.microsoft.com/office/drawing/2014/main" id="{C6EE3D94-EB6C-4AFB-AB1F-E454723EC626}"/>
              </a:ext>
            </a:extLst>
          </p:cNvPr>
          <p:cNvSpPr/>
          <p:nvPr userDrawn="1"/>
        </p:nvSpPr>
        <p:spPr>
          <a:xfrm>
            <a:off x="2479963" y="0"/>
            <a:ext cx="9712037" cy="6858000"/>
          </a:xfrm>
          <a:custGeom>
            <a:avLst/>
            <a:gdLst>
              <a:gd name="connsiteX0" fmla="*/ 0 w 9712037"/>
              <a:gd name="connsiteY0" fmla="*/ 0 h 6899564"/>
              <a:gd name="connsiteX1" fmla="*/ 1011382 w 9712037"/>
              <a:gd name="connsiteY1" fmla="*/ 5874327 h 6899564"/>
              <a:gd name="connsiteX2" fmla="*/ 7800109 w 9712037"/>
              <a:gd name="connsiteY2" fmla="*/ 4655127 h 6899564"/>
              <a:gd name="connsiteX3" fmla="*/ 8174182 w 9712037"/>
              <a:gd name="connsiteY3" fmla="*/ 6899564 h 6899564"/>
              <a:gd name="connsiteX4" fmla="*/ 9712037 w 9712037"/>
              <a:gd name="connsiteY4" fmla="*/ 6899564 h 6899564"/>
              <a:gd name="connsiteX5" fmla="*/ 9712037 w 9712037"/>
              <a:gd name="connsiteY5" fmla="*/ 13854 h 6899564"/>
              <a:gd name="connsiteX6" fmla="*/ 0 w 9712037"/>
              <a:gd name="connsiteY6" fmla="*/ 0 h 6899564"/>
              <a:gd name="connsiteX0" fmla="*/ 0 w 9712037"/>
              <a:gd name="connsiteY0" fmla="*/ 0 h 6892890"/>
              <a:gd name="connsiteX1" fmla="*/ 1011382 w 9712037"/>
              <a:gd name="connsiteY1" fmla="*/ 5867653 h 6892890"/>
              <a:gd name="connsiteX2" fmla="*/ 7800109 w 9712037"/>
              <a:gd name="connsiteY2" fmla="*/ 4648453 h 6892890"/>
              <a:gd name="connsiteX3" fmla="*/ 8174182 w 9712037"/>
              <a:gd name="connsiteY3" fmla="*/ 6892890 h 6892890"/>
              <a:gd name="connsiteX4" fmla="*/ 9712037 w 9712037"/>
              <a:gd name="connsiteY4" fmla="*/ 6892890 h 6892890"/>
              <a:gd name="connsiteX5" fmla="*/ 9712037 w 9712037"/>
              <a:gd name="connsiteY5" fmla="*/ 7180 h 6892890"/>
              <a:gd name="connsiteX6" fmla="*/ 0 w 9712037"/>
              <a:gd name="connsiteY6" fmla="*/ 0 h 6892890"/>
              <a:gd name="connsiteX0" fmla="*/ 0 w 9716047"/>
              <a:gd name="connsiteY0" fmla="*/ 0 h 6888880"/>
              <a:gd name="connsiteX1" fmla="*/ 1015392 w 9716047"/>
              <a:gd name="connsiteY1" fmla="*/ 5863643 h 6888880"/>
              <a:gd name="connsiteX2" fmla="*/ 7804119 w 9716047"/>
              <a:gd name="connsiteY2" fmla="*/ 4644443 h 6888880"/>
              <a:gd name="connsiteX3" fmla="*/ 8178192 w 9716047"/>
              <a:gd name="connsiteY3" fmla="*/ 6888880 h 6888880"/>
              <a:gd name="connsiteX4" fmla="*/ 9716047 w 9716047"/>
              <a:gd name="connsiteY4" fmla="*/ 6888880 h 6888880"/>
              <a:gd name="connsiteX5" fmla="*/ 9716047 w 9716047"/>
              <a:gd name="connsiteY5" fmla="*/ 3170 h 6888880"/>
              <a:gd name="connsiteX6" fmla="*/ 0 w 9716047"/>
              <a:gd name="connsiteY6" fmla="*/ 0 h 6888880"/>
              <a:gd name="connsiteX0" fmla="*/ 0 w 9712037"/>
              <a:gd name="connsiteY0" fmla="*/ 4851 h 6885710"/>
              <a:gd name="connsiteX1" fmla="*/ 1011382 w 9712037"/>
              <a:gd name="connsiteY1" fmla="*/ 5860473 h 6885710"/>
              <a:gd name="connsiteX2" fmla="*/ 7800109 w 9712037"/>
              <a:gd name="connsiteY2" fmla="*/ 4641273 h 6885710"/>
              <a:gd name="connsiteX3" fmla="*/ 8174182 w 9712037"/>
              <a:gd name="connsiteY3" fmla="*/ 6885710 h 6885710"/>
              <a:gd name="connsiteX4" fmla="*/ 9712037 w 9712037"/>
              <a:gd name="connsiteY4" fmla="*/ 6885710 h 6885710"/>
              <a:gd name="connsiteX5" fmla="*/ 9712037 w 9712037"/>
              <a:gd name="connsiteY5" fmla="*/ 0 h 6885710"/>
              <a:gd name="connsiteX6" fmla="*/ 0 w 9712037"/>
              <a:gd name="connsiteY6" fmla="*/ 4851 h 6885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2037" h="6885710">
                <a:moveTo>
                  <a:pt x="0" y="4851"/>
                </a:moveTo>
                <a:lnTo>
                  <a:pt x="1011382" y="5860473"/>
                </a:lnTo>
                <a:lnTo>
                  <a:pt x="7800109" y="4641273"/>
                </a:lnTo>
                <a:lnTo>
                  <a:pt x="8174182" y="6885710"/>
                </a:lnTo>
                <a:lnTo>
                  <a:pt x="9712037" y="6885710"/>
                </a:lnTo>
                <a:lnTo>
                  <a:pt x="9712037" y="0"/>
                </a:lnTo>
                <a:lnTo>
                  <a:pt x="0" y="4851"/>
                </a:lnTo>
                <a:close/>
              </a:path>
            </a:pathLst>
          </a:custGeom>
          <a:solidFill>
            <a:srgbClr val="E200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E918E5A-B542-8449-8931-F41263D4A3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4" y="3037984"/>
            <a:ext cx="11360150" cy="692127"/>
          </a:xfrm>
        </p:spPr>
        <p:txBody>
          <a:bodyPr anchor="ctr">
            <a:noAutofit/>
          </a:bodyPr>
          <a:lstStyle>
            <a:lvl1pPr marL="0" indent="0">
              <a:buNone/>
              <a:defRPr sz="4000" b="0" i="0">
                <a:solidFill>
                  <a:schemeClr val="bg1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8000">
                <a:solidFill>
                  <a:schemeClr val="bg1"/>
                </a:solidFill>
              </a:defRPr>
            </a:lvl2pPr>
            <a:lvl3pPr marL="914400" indent="0">
              <a:buNone/>
              <a:defRPr sz="8000">
                <a:solidFill>
                  <a:schemeClr val="bg1"/>
                </a:solidFill>
              </a:defRPr>
            </a:lvl3pPr>
            <a:lvl4pPr marL="1371600" indent="0">
              <a:buNone/>
              <a:defRPr sz="8000">
                <a:solidFill>
                  <a:schemeClr val="bg1"/>
                </a:solidFill>
              </a:defRPr>
            </a:lvl4pPr>
            <a:lvl5pPr marL="1828800" indent="0">
              <a:buNone/>
              <a:defRPr sz="80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8749A30-B3C9-B246-BC62-1669EA2AF9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5925" y="2407186"/>
            <a:ext cx="11360150" cy="630798"/>
          </a:xfrm>
        </p:spPr>
        <p:txBody>
          <a:bodyPr anchor="ctr">
            <a:noAutofit/>
          </a:bodyPr>
          <a:lstStyle>
            <a:lvl1pPr marL="0" indent="0">
              <a:buNone/>
              <a:defRPr sz="5400" b="1" i="0" spc="150" baseline="0">
                <a:solidFill>
                  <a:schemeClr val="bg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8000">
                <a:solidFill>
                  <a:schemeClr val="bg1"/>
                </a:solidFill>
              </a:defRPr>
            </a:lvl2pPr>
            <a:lvl3pPr marL="914400" indent="0">
              <a:buNone/>
              <a:defRPr sz="8000">
                <a:solidFill>
                  <a:schemeClr val="bg1"/>
                </a:solidFill>
              </a:defRPr>
            </a:lvl3pPr>
            <a:lvl4pPr marL="1371600" indent="0">
              <a:buNone/>
              <a:defRPr sz="8000">
                <a:solidFill>
                  <a:schemeClr val="bg1"/>
                </a:solidFill>
              </a:defRPr>
            </a:lvl4pPr>
            <a:lvl5pPr marL="1828800" indent="0">
              <a:buNone/>
              <a:defRPr sz="80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4C35EC8-3843-42C3-94FA-B6BD9B48D0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1722" y="5703582"/>
            <a:ext cx="1036453" cy="464083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23C05F8-3BD9-4451-BC55-90E62AF0055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15924" y="4553621"/>
            <a:ext cx="2743200" cy="365125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</a:defRPr>
            </a:lvl1pPr>
          </a:lstStyle>
          <a:p>
            <a:fld id="{ADA417E5-1A75-45D7-BDE0-29E7A6B38811}" type="datetimeFigureOut">
              <a:rPr lang="en-US" smtClean="0"/>
              <a:pPr/>
              <a:t>10/20/25</a:t>
            </a:fld>
            <a:endParaRPr lang="en-US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6B9FFE6C-67D0-4B20-AF96-E5E9A958F2B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2035" y="6141678"/>
            <a:ext cx="1262044" cy="262731"/>
          </a:xfrm>
          <a:prstGeom prst="rect">
            <a:avLst/>
          </a:prstGeom>
        </p:spPr>
      </p:pic>
      <p:pic>
        <p:nvPicPr>
          <p:cNvPr id="9" name="Graphic 5">
            <a:extLst>
              <a:ext uri="{FF2B5EF4-FFF2-40B4-BE49-F238E27FC236}">
                <a16:creationId xmlns:a16="http://schemas.microsoft.com/office/drawing/2014/main" id="{15F8736B-738D-4475-961D-99037CE0F6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20378" y="6231070"/>
            <a:ext cx="879143" cy="27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00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5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DF455E-3302-FF4E-A9EC-8B45E98F326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D1724E2B-7E18-A14F-A606-B068966F0D1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AC2C44E-D32A-4646-9985-5A0893BC89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925" y="251317"/>
            <a:ext cx="10836276" cy="153496"/>
          </a:xfrm>
        </p:spPr>
        <p:txBody>
          <a:bodyPr tIns="0" rIns="0" bIns="0" anchor="t"/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b="0" i="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8E50C6A-B141-734A-96E7-384627041AF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5925" y="444562"/>
            <a:ext cx="11360149" cy="210518"/>
          </a:xfrm>
        </p:spPr>
        <p:txBody>
          <a:bodyPr lIns="0" tIns="0" rIns="0" bIns="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 i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2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8" name="Graphic 6">
            <a:extLst>
              <a:ext uri="{FF2B5EF4-FFF2-40B4-BE49-F238E27FC236}">
                <a16:creationId xmlns:a16="http://schemas.microsoft.com/office/drawing/2014/main" id="{9BAB613D-E0CE-47D9-9202-C6B3074864B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3187" y="6330567"/>
            <a:ext cx="885324" cy="27611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C656600F-B573-57C1-469E-F99909CEAA78}"/>
              </a:ext>
            </a:extLst>
          </p:cNvPr>
          <p:cNvGrpSpPr/>
          <p:nvPr userDrawn="1"/>
        </p:nvGrpSpPr>
        <p:grpSpPr>
          <a:xfrm>
            <a:off x="303856" y="6243478"/>
            <a:ext cx="937805" cy="483093"/>
            <a:chOff x="303856" y="6243478"/>
            <a:chExt cx="937805" cy="483093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E54F3AAD-65A3-B871-C2ED-9D43089411E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23629" y="6336234"/>
              <a:ext cx="218032" cy="23779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CAE084-AA86-4A5E-F721-D7E757A1B40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tretch>
              <a:fillRect/>
            </a:stretch>
          </p:blipFill>
          <p:spPr>
            <a:xfrm>
              <a:off x="303856" y="6243478"/>
              <a:ext cx="615065" cy="483093"/>
            </a:xfrm>
            <a:prstGeom prst="rect">
              <a:avLst/>
            </a:prstGeom>
          </p:spPr>
        </p:pic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A1951A7-471C-82F7-FC2C-6FD1A8A92FB0}"/>
                </a:ext>
              </a:extLst>
            </p:cNvPr>
            <p:cNvCxnSpPr/>
            <p:nvPr userDrawn="1"/>
          </p:nvCxnSpPr>
          <p:spPr>
            <a:xfrm>
              <a:off x="874643" y="6269038"/>
              <a:ext cx="0" cy="3429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38C084-A8FF-422C-5C33-5154B08752D9}"/>
              </a:ext>
            </a:extLst>
          </p:cNvPr>
          <p:cNvCxnSpPr/>
          <p:nvPr userDrawn="1"/>
        </p:nvCxnSpPr>
        <p:spPr>
          <a:xfrm>
            <a:off x="1373271" y="6292598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526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Center + Conten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5E46823-173A-E042-AD2B-327F3245A2E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6578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5C1AA5C-D0C3-0446-B22F-3D1949839AD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3737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EA7211C-7DD1-1746-95D2-F3ED168D36F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9466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C490054-AE84-A24D-BE84-16EA886511B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8391" y="2750138"/>
            <a:ext cx="3495197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A12A0AF3-DA14-B040-A064-0CA02D2312C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3109" y="2750138"/>
            <a:ext cx="3496140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E35DCD-7240-9F48-992F-3B5A59EAF11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87715" y="2750138"/>
            <a:ext cx="3497263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288059B-D93A-9F45-BC43-58DD934CF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9417" y="665832"/>
            <a:ext cx="11323323" cy="96895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defRPr sz="3200" b="1" i="0">
                <a:solidFill>
                  <a:schemeClr val="accent1"/>
                </a:solidFill>
                <a:latin typeface="Bai Jamjuree SemiBold" pitchFamily="2" charset="-34"/>
                <a:ea typeface="Open Sans" panose="020B0606030504020204" pitchFamily="34" charset="0"/>
                <a:cs typeface="Bai Jamjuree SemiBold" pitchFamily="2" charset="-34"/>
              </a:defRPr>
            </a:lvl1pPr>
          </a:lstStyle>
          <a:p>
            <a:r>
              <a:rPr lang="en-US"/>
              <a:t>Insert Title Here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0A6DC09-20E5-5289-DFAB-D50E15E0E9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15" y="6468436"/>
            <a:ext cx="218032" cy="237791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30448ADB-184F-4C9D-61B3-FF4D24636B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9055" y="6448805"/>
            <a:ext cx="885324" cy="27611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9FA0BEE-BE7E-F6F5-54F6-0A729B9DDDEA}"/>
              </a:ext>
            </a:extLst>
          </p:cNvPr>
          <p:cNvCxnSpPr/>
          <p:nvPr userDrawn="1"/>
        </p:nvCxnSpPr>
        <p:spPr>
          <a:xfrm>
            <a:off x="563443" y="6426045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7217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41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Center + Conten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E4A7E05-847D-814B-BB8B-485BF7B555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9417" y="665832"/>
            <a:ext cx="11323323" cy="96895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defRPr sz="3200" b="1" i="0">
                <a:solidFill>
                  <a:schemeClr val="tx1"/>
                </a:solidFill>
                <a:latin typeface="Bai Jamjuree SemiBold" pitchFamily="2" charset="-34"/>
                <a:ea typeface="Open Sans" panose="020B0606030504020204" pitchFamily="34" charset="0"/>
                <a:cs typeface="Bai Jamjuree SemiBold" pitchFamily="2" charset="-34"/>
              </a:defRPr>
            </a:lvl1pPr>
          </a:lstStyle>
          <a:p>
            <a:r>
              <a:rPr lang="en-US"/>
              <a:t>Insert Title Here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EF4DBD8-002D-2646-BFD5-5628A40BBC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64957" y="2027313"/>
            <a:ext cx="4015792" cy="679450"/>
          </a:xfrm>
          <a:gradFill flip="none" rotWithShape="1">
            <a:gsLst>
              <a:gs pos="0">
                <a:srgbClr val="CB0069"/>
              </a:gs>
              <a:gs pos="48000">
                <a:srgbClr val="E20074"/>
              </a:gs>
              <a:gs pos="100000">
                <a:srgbClr val="F80082"/>
              </a:gs>
            </a:gsLst>
            <a:lin ang="16200000" scaled="1"/>
            <a:tileRect/>
          </a:gradFill>
          <a:ln w="15875">
            <a:solidFill>
              <a:srgbClr val="E20074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2000" b="1">
                <a:solidFill>
                  <a:schemeClr val="bg2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CLICK TO EDIT MASTER 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0B14B60-D35D-4E4B-AD47-6B23E9FE30C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11251" y="2027313"/>
            <a:ext cx="4015792" cy="679450"/>
          </a:xfrm>
          <a:gradFill flip="none" rotWithShape="1">
            <a:gsLst>
              <a:gs pos="0">
                <a:srgbClr val="CB0069"/>
              </a:gs>
              <a:gs pos="48000">
                <a:srgbClr val="E20074"/>
              </a:gs>
              <a:gs pos="100000">
                <a:srgbClr val="F80082"/>
              </a:gs>
            </a:gsLst>
            <a:lin ang="16200000" scaled="1"/>
            <a:tileRect/>
          </a:gradFill>
          <a:ln w="15875">
            <a:solidFill>
              <a:srgbClr val="E20074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2000" b="1">
                <a:solidFill>
                  <a:schemeClr val="bg2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CLICK TO EDIT MASTER 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6CF28A5D-9F83-AB4B-8284-9D119C70039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64957" y="2703700"/>
            <a:ext cx="4015792" cy="3344862"/>
          </a:xfrm>
          <a:noFill/>
          <a:ln w="15875">
            <a:solidFill>
              <a:srgbClr val="E20074"/>
            </a:solidFill>
          </a:ln>
        </p:spPr>
        <p:txBody>
          <a:bodyPr lIns="182880" tIns="182880">
            <a:noAutofit/>
          </a:bodyPr>
          <a:lstStyle>
            <a:lvl1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9239B3CC-C006-A34E-9873-24C8AC4A754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11251" y="2703700"/>
            <a:ext cx="4015792" cy="3344862"/>
          </a:xfrm>
          <a:noFill/>
          <a:ln w="15875">
            <a:solidFill>
              <a:srgbClr val="E20074"/>
            </a:solidFill>
          </a:ln>
        </p:spPr>
        <p:txBody>
          <a:bodyPr lIns="182880" tIns="182880">
            <a:noAutofit/>
          </a:bodyPr>
          <a:lstStyle>
            <a:lvl1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C93BDA7-405A-966C-3382-72FA89081E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993" y="6468464"/>
            <a:ext cx="218032" cy="237791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E16455CC-0180-C567-9A29-4C8FE22F755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9633" y="6448833"/>
            <a:ext cx="885324" cy="27611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DA7EEF2-21D3-0671-98A5-B9B712156F83}"/>
              </a:ext>
            </a:extLst>
          </p:cNvPr>
          <p:cNvCxnSpPr/>
          <p:nvPr userDrawn="1"/>
        </p:nvCxnSpPr>
        <p:spPr>
          <a:xfrm>
            <a:off x="554021" y="6426073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55328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harts-Graphs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3CF12D4-A5C3-CC38-171C-9138068B62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5" progId="TCLayout.ActiveDocument.1">
                  <p:embed/>
                </p:oleObj>
              </mc:Choice>
              <mc:Fallback>
                <p:oleObj name="think-cell Slide" r:id="rId3" imgW="592" imgH="59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CF12D4-A5C3-CC38-171C-9138068B62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5C007E6-4DBB-EE44-A2B3-02A9191DFBE5}"/>
              </a:ext>
            </a:extLst>
          </p:cNvPr>
          <p:cNvSpPr txBox="1">
            <a:spLocks/>
          </p:cNvSpPr>
          <p:nvPr userDrawn="1"/>
        </p:nvSpPr>
        <p:spPr>
          <a:xfrm>
            <a:off x="78954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rgbClr val="E20074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rgbClr val="E20074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11" name="Title 23">
            <a:extLst>
              <a:ext uri="{FF2B5EF4-FFF2-40B4-BE49-F238E27FC236}">
                <a16:creationId xmlns:a16="http://schemas.microsoft.com/office/drawing/2014/main" id="{1A08C073-C5FF-814D-8FD7-DEAFD0B20A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490" y="143525"/>
            <a:ext cx="10943223" cy="494047"/>
          </a:xfrm>
          <a:prstGeom prst="rect">
            <a:avLst/>
          </a:prstGeom>
        </p:spPr>
        <p:txBody>
          <a:bodyPr vert="horz" wrap="square" lIns="0" anchor="t" anchorCtr="0">
            <a:spAutoFit/>
          </a:bodyPr>
          <a:lstStyle>
            <a:lvl1pPr>
              <a:lnSpc>
                <a:spcPct val="80000"/>
              </a:lnSpc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359FFE-8DB3-E04B-B8FC-096C251D0037}"/>
              </a:ext>
            </a:extLst>
          </p:cNvPr>
          <p:cNvGrpSpPr/>
          <p:nvPr userDrawn="1"/>
        </p:nvGrpSpPr>
        <p:grpSpPr>
          <a:xfrm>
            <a:off x="2" y="2"/>
            <a:ext cx="786983" cy="786983"/>
            <a:chOff x="0" y="0"/>
            <a:chExt cx="786983" cy="78698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FDC5FC-8B29-724C-A2E3-4E099119F564}"/>
                </a:ext>
              </a:extLst>
            </p:cNvPr>
            <p:cNvSpPr/>
            <p:nvPr userDrawn="1"/>
          </p:nvSpPr>
          <p:spPr>
            <a:xfrm>
              <a:off x="0" y="0"/>
              <a:ext cx="786983" cy="78698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spc="300">
                <a:latin typeface="linea-basic-10" charset="0"/>
                <a:ea typeface="linea-basic-10" charset="0"/>
                <a:cs typeface="linea-basic-10" charset="0"/>
              </a:endParaRP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208D8E3-3267-2E4C-8456-BA3A9B2A92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>
              <a:off x="194028" y="155747"/>
              <a:ext cx="398926" cy="475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6766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ontent 2">
    <p:bg>
      <p:bgPr>
        <a:solidFill>
          <a:srgbClr val="F1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4C1E10F-6FB3-4901-B9EC-2D57ABB8C0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958648" y="739618"/>
            <a:ext cx="1152746" cy="5161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FDF1BB-F4CA-640C-2D69-F1D6354841C4}"/>
              </a:ext>
            </a:extLst>
          </p:cNvPr>
          <p:cNvSpPr txBox="1"/>
          <p:nvPr userDrawn="1"/>
        </p:nvSpPr>
        <p:spPr>
          <a:xfrm>
            <a:off x="342737" y="6161435"/>
            <a:ext cx="609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AF9ABA86-0794-FE4B-B8F9-177F634B1549}" type="slidenum">
              <a:rPr lang="en-US" sz="1100" smtClean="0">
                <a:latin typeface="+mj-lt"/>
              </a:rPr>
              <a:pPr algn="ctr"/>
              <a:t>‹#›</a:t>
            </a:fld>
            <a:endParaRPr lang="en-US" sz="1100"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C7380F-553B-7C99-25B1-3A52D7BC5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447799" y="2468880"/>
            <a:ext cx="4191000" cy="2590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02680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77EFE61-7E38-B240-8B05-A454D15190CE}"/>
              </a:ext>
            </a:extLst>
          </p:cNvPr>
          <p:cNvSpPr/>
          <p:nvPr userDrawn="1"/>
        </p:nvSpPr>
        <p:spPr>
          <a:xfrm>
            <a:off x="0" y="0"/>
            <a:ext cx="481053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23">
            <a:extLst>
              <a:ext uri="{FF2B5EF4-FFF2-40B4-BE49-F238E27FC236}">
                <a16:creationId xmlns:a16="http://schemas.microsoft.com/office/drawing/2014/main" id="{4931CCE8-4108-B646-BD0A-E4AE386E09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1681123"/>
            <a:ext cx="3462823" cy="899477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2BA001F-CC22-3F49-B9E4-6B923C39871A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bg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bg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47" name="Subtext">
            <a:extLst>
              <a:ext uri="{FF2B5EF4-FFF2-40B4-BE49-F238E27FC236}">
                <a16:creationId xmlns:a16="http://schemas.microsoft.com/office/drawing/2014/main" id="{B2F1C238-80DA-92D9-129F-D68BF702019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29308"/>
            <a:ext cx="2816585" cy="222497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10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99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-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BFF4C0A8-A1B3-7141-BE11-4E7431FDFBAA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bg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bg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4" name="Title 23">
            <a:extLst>
              <a:ext uri="{FF2B5EF4-FFF2-40B4-BE49-F238E27FC236}">
                <a16:creationId xmlns:a16="http://schemas.microsoft.com/office/drawing/2014/main" id="{F9ABD725-11B8-E945-8CD4-EAA1980612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2979261"/>
            <a:ext cx="10254416" cy="899477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Section Divider</a:t>
            </a:r>
          </a:p>
        </p:txBody>
      </p:sp>
    </p:spTree>
    <p:extLst>
      <p:ext uri="{BB962C8B-B14F-4D97-AF65-F5344CB8AC3E}">
        <p14:creationId xmlns:p14="http://schemas.microsoft.com/office/powerpoint/2010/main" val="2263155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30DE9C7-EE86-4BA2-ABA7-0D5372685592}"/>
              </a:ext>
            </a:extLst>
          </p:cNvPr>
          <p:cNvSpPr/>
          <p:nvPr userDrawn="1"/>
        </p:nvSpPr>
        <p:spPr>
          <a:xfrm>
            <a:off x="0" y="0"/>
            <a:ext cx="4740876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9CD1D9C-F3BD-8B72-63B8-D08ED8D73F10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5" name="Subtext">
            <a:extLst>
              <a:ext uri="{FF2B5EF4-FFF2-40B4-BE49-F238E27FC236}">
                <a16:creationId xmlns:a16="http://schemas.microsoft.com/office/drawing/2014/main" id="{7A1E9250-1267-0324-A324-EEC10F79139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6" name="Title 23">
            <a:extLst>
              <a:ext uri="{FF2B5EF4-FFF2-40B4-BE49-F238E27FC236}">
                <a16:creationId xmlns:a16="http://schemas.microsoft.com/office/drawing/2014/main" id="{9B894E98-86FB-7225-2DE0-62E80AC28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3570718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ubtext">
            <a:extLst>
              <a:ext uri="{FF2B5EF4-FFF2-40B4-BE49-F238E27FC236}">
                <a16:creationId xmlns:a16="http://schemas.microsoft.com/office/drawing/2014/main" id="{D880DAF3-C752-354C-A1DC-E471DFCB75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1" y="1529988"/>
            <a:ext cx="3577861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8606F311-722B-CD57-2093-4EC7956A4EAC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A7B0D09B-BC36-57E2-1B97-17C1CB05729B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05228F25-19A4-F396-21CF-283ED138AA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C459EBCA-B9F9-3CFD-9141-606F7EAA8D8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124215" y="5805930"/>
            <a:ext cx="1713851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E69DA04-0A82-7A2B-CB97-D07DD88EDEA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9958" y="1928178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EA386CA-0CA0-BD97-6856-0217406CC90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29958" y="3143669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95B1E772-EBE9-5BE9-AAD3-4070EBF88C7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29958" y="4359160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718470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Bench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2F4DB4-8F65-51EC-BD1A-726E41E007EB}"/>
              </a:ext>
            </a:extLst>
          </p:cNvPr>
          <p:cNvSpPr/>
          <p:nvPr userDrawn="1"/>
        </p:nvSpPr>
        <p:spPr>
          <a:xfrm>
            <a:off x="0" y="0"/>
            <a:ext cx="4740876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F8E1DCD-060A-47BB-78A2-BF9A0EA6C64E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17" name="Subtext">
            <a:extLst>
              <a:ext uri="{FF2B5EF4-FFF2-40B4-BE49-F238E27FC236}">
                <a16:creationId xmlns:a16="http://schemas.microsoft.com/office/drawing/2014/main" id="{C65370A4-D258-3D50-A429-56FE990C213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8" name="Title 23">
            <a:extLst>
              <a:ext uri="{FF2B5EF4-FFF2-40B4-BE49-F238E27FC236}">
                <a16:creationId xmlns:a16="http://schemas.microsoft.com/office/drawing/2014/main" id="{44B6F06A-53A2-8BE8-5052-36C44A68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3570718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Subtext">
            <a:extLst>
              <a:ext uri="{FF2B5EF4-FFF2-40B4-BE49-F238E27FC236}">
                <a16:creationId xmlns:a16="http://schemas.microsoft.com/office/drawing/2014/main" id="{A148937F-CE75-0BBD-CBC5-A4B31FA0CA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1" y="1529988"/>
            <a:ext cx="3577861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20" name="Content Placeholder 1">
            <a:extLst>
              <a:ext uri="{FF2B5EF4-FFF2-40B4-BE49-F238E27FC236}">
                <a16:creationId xmlns:a16="http://schemas.microsoft.com/office/drawing/2014/main" id="{97906F65-300D-A792-23DF-A7C705788F8A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B6BF24A8-4D7F-F482-4979-84583A00C1BA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22" name="Text Placeholder 24">
            <a:extLst>
              <a:ext uri="{FF2B5EF4-FFF2-40B4-BE49-F238E27FC236}">
                <a16:creationId xmlns:a16="http://schemas.microsoft.com/office/drawing/2014/main" id="{A5681587-9818-4469-4B90-7736CD37166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4">
            <a:extLst>
              <a:ext uri="{FF2B5EF4-FFF2-40B4-BE49-F238E27FC236}">
                <a16:creationId xmlns:a16="http://schemas.microsoft.com/office/drawing/2014/main" id="{5D6276D0-76B8-B0E7-A1B1-334B35F356F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124215" y="5805930"/>
            <a:ext cx="1713851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19">
            <a:extLst>
              <a:ext uri="{FF2B5EF4-FFF2-40B4-BE49-F238E27FC236}">
                <a16:creationId xmlns:a16="http://schemas.microsoft.com/office/drawing/2014/main" id="{8C1DD37E-95D5-3A80-48BF-B42B78051F3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9958" y="1928178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F67ADA3D-987F-021D-E6BC-31A12097BC6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29958" y="3143669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944208CC-F2C8-EB09-AE23-82AE64BC4D0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29958" y="4359160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166178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B9E26F17-2293-E0C9-DD12-7C85F4D74524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34F6D69-5EEC-574E-6137-0FF81B89D823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9" name="Title 23">
            <a:extLst>
              <a:ext uri="{FF2B5EF4-FFF2-40B4-BE49-F238E27FC236}">
                <a16:creationId xmlns:a16="http://schemas.microsoft.com/office/drawing/2014/main" id="{9E67884B-FCE5-DB36-B726-179605743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2749986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Subtext">
            <a:extLst>
              <a:ext uri="{FF2B5EF4-FFF2-40B4-BE49-F238E27FC236}">
                <a16:creationId xmlns:a16="http://schemas.microsoft.com/office/drawing/2014/main" id="{E12B5898-4B24-8A16-F787-2D727C48D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2" y="1529988"/>
            <a:ext cx="2749986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2EC65E53-A5F8-F022-785D-2F84A9D3237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CC10CA78-BE3A-D247-880B-3B0DC92350EC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29958" y="1928178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19">
            <a:extLst>
              <a:ext uri="{FF2B5EF4-FFF2-40B4-BE49-F238E27FC236}">
                <a16:creationId xmlns:a16="http://schemas.microsoft.com/office/drawing/2014/main" id="{47259E98-49BA-EEF8-B945-6C0D43AD7E8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29958" y="3143669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34C0A7B5-2BB5-950A-C129-22E5E42EA57D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9958" y="4359160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00476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Benchmarks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9F3EE4D-60DC-E0D3-5E76-DFF5478832E0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F27DFB11-001A-926C-D79F-4CD527199DDC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9" name="Title 23">
            <a:extLst>
              <a:ext uri="{FF2B5EF4-FFF2-40B4-BE49-F238E27FC236}">
                <a16:creationId xmlns:a16="http://schemas.microsoft.com/office/drawing/2014/main" id="{465ECA13-A64F-D6CA-E52A-A8C83F4BA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2749986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Subtext">
            <a:extLst>
              <a:ext uri="{FF2B5EF4-FFF2-40B4-BE49-F238E27FC236}">
                <a16:creationId xmlns:a16="http://schemas.microsoft.com/office/drawing/2014/main" id="{776092AD-FD92-E5F3-ADDD-54C46DB615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2" y="1529988"/>
            <a:ext cx="2749986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F151869F-A0C0-F99D-03C5-572D2A746AE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2" name="Content Placeholder 1">
            <a:extLst>
              <a:ext uri="{FF2B5EF4-FFF2-40B4-BE49-F238E27FC236}">
                <a16:creationId xmlns:a16="http://schemas.microsoft.com/office/drawing/2014/main" id="{93F9E114-B4FB-D8E8-A0C1-8136AC3174E4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33" name="Content Placeholder 1">
            <a:extLst>
              <a:ext uri="{FF2B5EF4-FFF2-40B4-BE49-F238E27FC236}">
                <a16:creationId xmlns:a16="http://schemas.microsoft.com/office/drawing/2014/main" id="{B14C4255-A863-6BD9-4869-4BC5D8569BCA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ACAE0C67-7397-5A9B-F017-1292E40D8964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5" name="Text Placeholder 24">
            <a:extLst>
              <a:ext uri="{FF2B5EF4-FFF2-40B4-BE49-F238E27FC236}">
                <a16:creationId xmlns:a16="http://schemas.microsoft.com/office/drawing/2014/main" id="{E311E608-6C66-D551-EA24-3E141F13238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2124216" y="5805930"/>
            <a:ext cx="1624102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78EE085E-05E7-4367-71E5-573BF169D9C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29958" y="1928178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19">
            <a:extLst>
              <a:ext uri="{FF2B5EF4-FFF2-40B4-BE49-F238E27FC236}">
                <a16:creationId xmlns:a16="http://schemas.microsoft.com/office/drawing/2014/main" id="{953240AF-0C8B-21E7-978B-10228C24E295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29958" y="3143669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E2DB32ED-A29E-9787-75EF-8439E4F2FFE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9958" y="4359160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8686432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644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86872-29CC-ABC1-D4EC-7BEDC49B6B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90600" y="2730674"/>
            <a:ext cx="10219543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1600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F8835FC6-32A3-E300-87CD-7691F75856C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61918" y="2730674"/>
            <a:ext cx="4848226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86872-29CC-ABC1-D4EC-7BEDC49B6B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90601" y="2730674"/>
            <a:ext cx="4848226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4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4289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4042" r:id="rId2"/>
    <p:sldLayoutId id="2147484106" r:id="rId3"/>
    <p:sldLayoutId id="2147484087" r:id="rId4"/>
    <p:sldLayoutId id="2147484088" r:id="rId5"/>
    <p:sldLayoutId id="2147484091" r:id="rId6"/>
    <p:sldLayoutId id="2147484093" r:id="rId7"/>
    <p:sldLayoutId id="2147484094" r:id="rId8"/>
    <p:sldLayoutId id="2147484096" r:id="rId9"/>
    <p:sldLayoutId id="2147484097" r:id="rId10"/>
    <p:sldLayoutId id="2147484098" r:id="rId11"/>
    <p:sldLayoutId id="214748410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76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9522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8630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2" r:id="rId1"/>
    <p:sldLayoutId id="2147484003" r:id="rId2"/>
    <p:sldLayoutId id="2147484020" r:id="rId3"/>
    <p:sldLayoutId id="2147484021" r:id="rId4"/>
    <p:sldLayoutId id="2147484023" r:id="rId5"/>
    <p:sldLayoutId id="2147484022" r:id="rId6"/>
    <p:sldLayoutId id="214748400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64257F9-5538-BB75-EA2C-75204B578927}"/>
              </a:ext>
            </a:extLst>
          </p:cNvPr>
          <p:cNvSpPr/>
          <p:nvPr/>
        </p:nvSpPr>
        <p:spPr>
          <a:xfrm rot="21600000">
            <a:off x="935381" y="2970235"/>
            <a:ext cx="4466798" cy="95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457109">
              <a:lnSpc>
                <a:spcPts val="5999"/>
              </a:lnSpc>
              <a:defRPr/>
            </a:pPr>
            <a:r>
              <a:rPr lang="en-US" sz="5400" b="1" i="1" dirty="0">
                <a:solidFill>
                  <a:schemeClr val="bg1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672255-69B2-0EEC-B6E2-5120BD1666BA}"/>
              </a:ext>
            </a:extLst>
          </p:cNvPr>
          <p:cNvSpPr/>
          <p:nvPr/>
        </p:nvSpPr>
        <p:spPr>
          <a:xfrm rot="21600000">
            <a:off x="935380" y="2427423"/>
            <a:ext cx="7396098" cy="446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499"/>
              </a:lnSpc>
            </a:pPr>
            <a:r>
              <a:rPr lang="en-US" sz="2000" dirty="0">
                <a:solidFill>
                  <a:srgbClr val="FFFFFF">
                    <a:alpha val="100000"/>
                  </a:srgbClr>
                </a:solidFill>
                <a:latin typeface="TeleNeo Var Thin Extended" panose="020B0004040202090203" pitchFamily="34" charset="0"/>
                <a:ea typeface="TeleNeo Var ExtraBold" pitchFamily="34" charset="-122"/>
                <a:cs typeface="TeleNeo Var ExtraBold" pitchFamily="34" charset="-120"/>
              </a:rPr>
              <a:t>Campaign Report</a:t>
            </a:r>
            <a:endParaRPr lang="en-US" sz="2000" dirty="0">
              <a:latin typeface="TeleNeo Var Thin Extended" panose="020B000404020209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0DECAC-1938-B298-6C4F-B32FA2682BEB}"/>
              </a:ext>
            </a:extLst>
          </p:cNvPr>
          <p:cNvSpPr txBox="1"/>
          <p:nvPr/>
        </p:nvSpPr>
        <p:spPr>
          <a:xfrm>
            <a:off x="12408198" y="85059"/>
            <a:ext cx="14885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titleslide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462155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56CDA-4B03-F535-7CFF-E8809246C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47CB33DC-E96B-2BE6-C858-5431CAD104D0}"/>
              </a:ext>
            </a:extLst>
          </p:cNvPr>
          <p:cNvSpPr/>
          <p:nvPr/>
        </p:nvSpPr>
        <p:spPr>
          <a:xfrm rot="21600000">
            <a:off x="487622" y="3022653"/>
            <a:ext cx="5949919" cy="81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457109">
              <a:lnSpc>
                <a:spcPts val="5999"/>
              </a:lnSpc>
              <a:defRPr/>
            </a:pPr>
            <a:r>
              <a:rPr lang="en-US" sz="5999" b="1" i="1" dirty="0">
                <a:solidFill>
                  <a:srgbClr val="E20074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dirty="0">
              <a:solidFill>
                <a:srgbClr val="E20074"/>
              </a:solidFill>
            </a:endParaRPr>
          </a:p>
          <a:p>
            <a:pPr defTabSz="457109">
              <a:lnSpc>
                <a:spcPts val="5999"/>
              </a:lnSpc>
              <a:defRPr/>
            </a:pPr>
            <a:endParaRPr lang="en-US" sz="5999" b="1" i="1" dirty="0">
              <a:solidFill>
                <a:srgbClr val="E20074"/>
              </a:solidFill>
              <a:latin typeface="TeleNeo Var ExtraBold Normal" panose="020B000404020209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FF846A-4B6D-D5FA-04C9-ACE00900F5D9}"/>
              </a:ext>
            </a:extLst>
          </p:cNvPr>
          <p:cNvSpPr txBox="1"/>
          <p:nvPr/>
        </p:nvSpPr>
        <p:spPr>
          <a:xfrm>
            <a:off x="12408198" y="85059"/>
            <a:ext cx="14885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subtitleslide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441072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4B38-CC5D-EA2B-C9CA-F935EAA44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F8AA7B9-40BC-BD5B-A38F-B69FFA6E6319}"/>
              </a:ext>
            </a:extLst>
          </p:cNvPr>
          <p:cNvSpPr/>
          <p:nvPr/>
        </p:nvSpPr>
        <p:spPr>
          <a:xfrm>
            <a:off x="-15" y="0"/>
            <a:ext cx="3917172" cy="4572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sz="2000" b="1" dirty="0">
              <a:solidFill>
                <a:schemeClr val="bg1"/>
              </a:solidFill>
              <a:latin typeface="+mj-lt"/>
              <a:ea typeface="linea-basic-10" charset="0"/>
              <a:cs typeface="linea-basic-10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F22EE9-DEDC-E1DA-1E19-E1758E9C1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320033"/>
              </p:ext>
            </p:extLst>
          </p:nvPr>
        </p:nvGraphicFramePr>
        <p:xfrm>
          <a:off x="4183094" y="457202"/>
          <a:ext cx="7505700" cy="6139772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864020">
                  <a:extLst>
                    <a:ext uri="{9D8B030D-6E8A-4147-A177-3AD203B41FA5}">
                      <a16:colId xmlns:a16="http://schemas.microsoft.com/office/drawing/2014/main" val="4043450700"/>
                    </a:ext>
                  </a:extLst>
                </a:gridCol>
                <a:gridCol w="921609">
                  <a:extLst>
                    <a:ext uri="{9D8B030D-6E8A-4147-A177-3AD203B41FA5}">
                      <a16:colId xmlns:a16="http://schemas.microsoft.com/office/drawing/2014/main" val="3892022578"/>
                    </a:ext>
                  </a:extLst>
                </a:gridCol>
                <a:gridCol w="4167484">
                  <a:extLst>
                    <a:ext uri="{9D8B030D-6E8A-4147-A177-3AD203B41FA5}">
                      <a16:colId xmlns:a16="http://schemas.microsoft.com/office/drawing/2014/main" val="1855649917"/>
                    </a:ext>
                  </a:extLst>
                </a:gridCol>
                <a:gridCol w="764532">
                  <a:extLst>
                    <a:ext uri="{9D8B030D-6E8A-4147-A177-3AD203B41FA5}">
                      <a16:colId xmlns:a16="http://schemas.microsoft.com/office/drawing/2014/main" val="2220294652"/>
                    </a:ext>
                  </a:extLst>
                </a:gridCol>
                <a:gridCol w="788055">
                  <a:extLst>
                    <a:ext uri="{9D8B030D-6E8A-4147-A177-3AD203B41FA5}">
                      <a16:colId xmlns:a16="http://schemas.microsoft.com/office/drawing/2014/main" val="273073370"/>
                    </a:ext>
                  </a:extLst>
                </a:gridCol>
              </a:tblGrid>
              <a:tr h="46058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Touch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Audience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Creative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Volume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CTR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91233"/>
                  </a:ext>
                </a:extLst>
              </a:tr>
              <a:tr h="1293993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73925756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16789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27250670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154897"/>
                  </a:ext>
                </a:extLst>
              </a:tr>
            </a:tbl>
          </a:graphicData>
        </a:graphic>
      </p:graphicFrame>
      <p:sp>
        <p:nvSpPr>
          <p:cNvPr id="4" name="TextBox 24">
            <a:extLst>
              <a:ext uri="{FF2B5EF4-FFF2-40B4-BE49-F238E27FC236}">
                <a16:creationId xmlns:a16="http://schemas.microsoft.com/office/drawing/2014/main" id="{F93D6D7D-FF3F-82F6-14A4-6285C0323998}"/>
              </a:ext>
            </a:extLst>
          </p:cNvPr>
          <p:cNvSpPr txBox="1"/>
          <p:nvPr/>
        </p:nvSpPr>
        <p:spPr>
          <a:xfrm>
            <a:off x="176188" y="2751764"/>
            <a:ext cx="3564766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200" dirty="0"/>
              <a:t>INSIGHTS</a:t>
            </a:r>
            <a:endParaRPr lang="en-US" sz="1200" dirty="0">
              <a:ea typeface="+mn-lt"/>
              <a:cs typeface="+mn-lt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8A0FEB5-AD07-F9CD-2A9B-9560EF304ED8}"/>
              </a:ext>
            </a:extLst>
          </p:cNvPr>
          <p:cNvSpPr/>
          <p:nvPr/>
        </p:nvSpPr>
        <p:spPr>
          <a:xfrm rot="21600000">
            <a:off x="217432" y="85059"/>
            <a:ext cx="3564766" cy="644792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>
            <a:noAutofit/>
          </a:bodyPr>
          <a:lstStyle/>
          <a:p>
            <a:pPr algn="ctr" defTabSz="457109">
              <a:defRPr/>
            </a:pPr>
            <a:r>
              <a:rPr lang="en-US" sz="2000" b="1" i="1" dirty="0">
                <a:solidFill>
                  <a:schemeClr val="bg1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2992290-9515-0783-1BF1-A0C01F963F2D}"/>
              </a:ext>
            </a:extLst>
          </p:cNvPr>
          <p:cNvSpPr txBox="1">
            <a:spLocks/>
          </p:cNvSpPr>
          <p:nvPr/>
        </p:nvSpPr>
        <p:spPr>
          <a:xfrm>
            <a:off x="217431" y="809642"/>
            <a:ext cx="3482279" cy="496161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i="0" kern="1200">
                <a:solidFill>
                  <a:schemeClr val="accent1"/>
                </a:solidFill>
                <a:latin typeface="TeleNeo Office ExtraBold" panose="020B0504040202090203" pitchFamily="34" charset="77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chemeClr val="tx2"/>
                </a:solidFill>
              </a:rPr>
              <a:t>HEADLINE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84A7BF-082D-AB49-2C20-F622A6F9DEB3}"/>
              </a:ext>
            </a:extLst>
          </p:cNvPr>
          <p:cNvSpPr txBox="1"/>
          <p:nvPr/>
        </p:nvSpPr>
        <p:spPr>
          <a:xfrm>
            <a:off x="12408198" y="85059"/>
            <a:ext cx="148855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smsdataslide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2702426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Cover-Pages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2BA0F938-9CAA-B74D-8737-991A3CF8DB67}"/>
    </a:ext>
  </a:extLst>
</a:theme>
</file>

<file path=ppt/theme/theme2.xml><?xml version="1.0" encoding="utf-8"?>
<a:theme xmlns:a="http://schemas.openxmlformats.org/drawingml/2006/main" name="2_Agenda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C98CD7BD-B174-1E48-919E-F6EF6A0437D0}"/>
    </a:ext>
  </a:extLst>
</a:theme>
</file>

<file path=ppt/theme/theme3.xml><?xml version="1.0" encoding="utf-8"?>
<a:theme xmlns:a="http://schemas.openxmlformats.org/drawingml/2006/main" name="3_Section-Divider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1594BC14-C9A4-0443-925D-DF2E8FED520D}"/>
    </a:ext>
  </a:extLst>
</a:theme>
</file>

<file path=ppt/theme/theme4.xml><?xml version="1.0" encoding="utf-8"?>
<a:theme xmlns:a="http://schemas.openxmlformats.org/drawingml/2006/main" name="11_Misc Layouts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0ADAE6B7-670F-7241-AADB-64E0A55CC8A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114f878-0223-480d-a325-1373c6d0223b">
      <Terms xmlns="http://schemas.microsoft.com/office/infopath/2007/PartnerControls"/>
    </lcf76f155ced4ddcb4097134ff3c332f>
    <TaxCatchAll xmlns="599183fe-bfa3-49f1-b3c6-3d50208c56e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CEB3BBE86464488AD4A21F5C4B0058" ma:contentTypeVersion="14" ma:contentTypeDescription="Create a new document." ma:contentTypeScope="" ma:versionID="a7cc634175b1809f3343f27805d6d95a">
  <xsd:schema xmlns:xsd="http://www.w3.org/2001/XMLSchema" xmlns:xs="http://www.w3.org/2001/XMLSchema" xmlns:p="http://schemas.microsoft.com/office/2006/metadata/properties" xmlns:ns2="7114f878-0223-480d-a325-1373c6d0223b" xmlns:ns3="599183fe-bfa3-49f1-b3c6-3d50208c56e4" targetNamespace="http://schemas.microsoft.com/office/2006/metadata/properties" ma:root="true" ma:fieldsID="eae47b09d137326483c8116c39f5c3ec" ns2:_="" ns3:_="">
    <xsd:import namespace="7114f878-0223-480d-a325-1373c6d0223b"/>
    <xsd:import namespace="599183fe-bfa3-49f1-b3c6-3d50208c56e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14f878-0223-480d-a325-1373c6d0223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1effff48-cca9-4807-8ad1-02586ec8c42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183fe-bfa3-49f1-b3c6-3d50208c56e4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cd89877c-f1a6-4fac-a8cc-52a257f26414}" ma:internalName="TaxCatchAll" ma:showField="CatchAllData" ma:web="599183fe-bfa3-49f1-b3c6-3d50208c56e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21F378-326F-4859-B6C8-701A3512AE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DE45B87-9247-4103-B93A-84FCD96EFCA6}">
  <ds:schemaRefs>
    <ds:schemaRef ds:uri="http://schemas.openxmlformats.org/package/2006/metadata/core-properties"/>
    <ds:schemaRef ds:uri="599183fe-bfa3-49f1-b3c6-3d50208c56e4"/>
    <ds:schemaRef ds:uri="http://purl.org/dc/terms/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dcmitype/"/>
    <ds:schemaRef ds:uri="http://schemas.microsoft.com/office/2006/documentManagement/types"/>
    <ds:schemaRef ds:uri="7114f878-0223-480d-a325-1373c6d0223b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82D9DB4-ACE5-4817-ACA8-DC09E43D06D0}">
  <ds:schemaRefs>
    <ds:schemaRef ds:uri="599183fe-bfa3-49f1-b3c6-3d50208c56e4"/>
    <ds:schemaRef ds:uri="7114f878-0223-480d-a325-1373c6d0223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1_Cover-Pages</Template>
  <TotalTime>4049</TotalTime>
  <Words>58</Words>
  <Application>Microsoft Macintosh PowerPoint</Application>
  <PresentationFormat>Widescreen</PresentationFormat>
  <Paragraphs>36</Paragraphs>
  <Slides>3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14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22" baseType="lpstr">
      <vt:lpstr>Aptos</vt:lpstr>
      <vt:lpstr>Arial</vt:lpstr>
      <vt:lpstr>Bai Jamjuree</vt:lpstr>
      <vt:lpstr>Bai Jamjuree Light</vt:lpstr>
      <vt:lpstr>Bai Jamjuree SemiBold</vt:lpstr>
      <vt:lpstr>Calibri</vt:lpstr>
      <vt:lpstr>linea-basic-10</vt:lpstr>
      <vt:lpstr>Source Sans Pro</vt:lpstr>
      <vt:lpstr>TeleNeo</vt:lpstr>
      <vt:lpstr>TeleNeo Office</vt:lpstr>
      <vt:lpstr>TeleNeo Office ExtraBold</vt:lpstr>
      <vt:lpstr>TeleNeo Var ExtraBold Normal</vt:lpstr>
      <vt:lpstr>TeleNeo Var Thin Extended</vt:lpstr>
      <vt:lpstr>Wingdings</vt:lpstr>
      <vt:lpstr>1_Cover-Pages</vt:lpstr>
      <vt:lpstr>2_Agenda</vt:lpstr>
      <vt:lpstr>3_Section-Divider</vt:lpstr>
      <vt:lpstr>11_Misc Layouts</vt:lpstr>
      <vt:lpstr>think-cell Slide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T-MOBILE WEEKLY TESTING RESULTS</dc:title>
  <dc:creator>Maggie Anderson</dc:creator>
  <cp:lastModifiedBy>Bilal Othman</cp:lastModifiedBy>
  <cp:revision>1</cp:revision>
  <cp:lastPrinted>2021-07-29T20:32:10Z</cp:lastPrinted>
  <dcterms:created xsi:type="dcterms:W3CDTF">2023-02-08T19:24:03Z</dcterms:created>
  <dcterms:modified xsi:type="dcterms:W3CDTF">2025-10-20T16:59:56Z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0x010100DECEB3BBE86464488AD4A21F5C4B0058</vt:lpwstr>
  </property>
  <property fmtid="{D5CDD505-2E9C-101B-9397-08002B2CF9AE}" pid="3" name="MediaServiceImageTags">
    <vt:lpwstr/>
  </property>
  <property fmtid="{D5CDD505-2E9C-101B-9397-08002B2CF9AE}" pid="4" name="Order">
    <vt:lpwstr>656900.000000000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SharedWithUsers">
    <vt:lpwstr>108;#Danika Rodgers;#168;#Chantl Martin;#63;#Scott Fero</vt:lpwstr>
  </property>
</Properties>
</file>